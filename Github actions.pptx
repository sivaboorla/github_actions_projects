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2"/>
  </p:notesMasterIdLst>
  <p:sldIdLst>
    <p:sldId id="258" r:id="rId2"/>
    <p:sldId id="259" r:id="rId3"/>
    <p:sldId id="260" r:id="rId4"/>
    <p:sldId id="261" r:id="rId5"/>
    <p:sldId id="262" r:id="rId6"/>
    <p:sldId id="264" r:id="rId7"/>
    <p:sldId id="265" r:id="rId8"/>
    <p:sldId id="266" r:id="rId9"/>
    <p:sldId id="263" r:id="rId10"/>
    <p:sldId id="267" r:id="rId11"/>
  </p:sldIdLst>
  <p:sldSz cx="9144000" cy="5143500" type="screen16x9"/>
  <p:notesSz cx="6858000" cy="9144000"/>
  <p:embeddedFontLst>
    <p:embeddedFont>
      <p:font typeface="Krona One" charset="0"/>
      <p:regular r:id="rId13"/>
    </p:embeddedFont>
    <p:embeddedFont>
      <p:font typeface="Space Grotesk" charset="0"/>
      <p:regular r:id="rId14"/>
      <p:bold r:id="rId15"/>
    </p:embeddedFont>
    <p:embeddedFont>
      <p:font typeface="Roboto Medium" charset="0"/>
      <p:regular r:id="rId16"/>
      <p:bold r:id="rId17"/>
      <p:italic r:id="rId18"/>
      <p:boldItalic r:id="rId19"/>
    </p:embeddedFont>
    <p:embeddedFont>
      <p:font typeface="Inter Medium" charset="0"/>
      <p:regular r:id="rId20"/>
      <p:bold r:id="rId21"/>
    </p:embeddedFont>
    <p:embeddedFont>
      <p:font typeface="Open Sans Medium" charset="0"/>
      <p:regular r:id="rId22"/>
      <p:bold r:id="rId23"/>
      <p:italic r:id="rId24"/>
      <p:boldItalic r:id="rId25"/>
    </p:embeddedFont>
    <p:embeddedFont>
      <p:font typeface="Poppins" charset="0"/>
      <p:regular r:id="rId26"/>
      <p:bold r:id="rId27"/>
      <p:italic r:id="rId28"/>
      <p:boldItalic r:id="rId29"/>
    </p:embeddedFont>
    <p:embeddedFont>
      <p:font typeface="Hanken Grotesk" charset="0"/>
      <p:regular r:id="rId30"/>
      <p:bold r:id="rId31"/>
      <p:italic r:id="rId32"/>
      <p:boldItalic r:id="rId33"/>
    </p:embeddedFont>
    <p:embeddedFont>
      <p:font typeface="Lato Light" charset="0"/>
      <p:regular r:id="rId34"/>
      <p:bold r:id="rId35"/>
      <p:italic r:id="rId36"/>
      <p:boldItalic r:id="rId37"/>
    </p:embeddedFont>
    <p:embeddedFont>
      <p:font typeface="Montserrat" charset="0"/>
      <p:regular r:id="rId38"/>
      <p:bold r:id="rId39"/>
      <p:italic r:id="rId40"/>
      <p:boldItalic r:id="rId41"/>
    </p:embeddedFont>
    <p:embeddedFont>
      <p:font typeface="Calibri" pitchFamily="3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-786" y="-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9" Type="http://schemas.openxmlformats.org/officeDocument/2006/relationships/font" Target="fonts/font27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34" Type="http://schemas.openxmlformats.org/officeDocument/2006/relationships/font" Target="fonts/font22.fntdata"/><Relationship Id="rId42" Type="http://schemas.openxmlformats.org/officeDocument/2006/relationships/font" Target="fonts/font30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font" Target="fonts/font21.fntdata"/><Relationship Id="rId38" Type="http://schemas.openxmlformats.org/officeDocument/2006/relationships/font" Target="fonts/font26.fntdata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41" Type="http://schemas.openxmlformats.org/officeDocument/2006/relationships/font" Target="fonts/font2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font" Target="fonts/font20.fntdata"/><Relationship Id="rId37" Type="http://schemas.openxmlformats.org/officeDocument/2006/relationships/font" Target="fonts/font25.fntdata"/><Relationship Id="rId40" Type="http://schemas.openxmlformats.org/officeDocument/2006/relationships/font" Target="fonts/font28.fntdata"/><Relationship Id="rId45" Type="http://schemas.openxmlformats.org/officeDocument/2006/relationships/font" Target="fonts/font33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font" Target="fonts/font24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4" Type="http://schemas.openxmlformats.org/officeDocument/2006/relationships/font" Target="fonts/font3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font" Target="fonts/font23.fntdata"/><Relationship Id="rId43" Type="http://schemas.openxmlformats.org/officeDocument/2006/relationships/font" Target="fonts/font31.fntdata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SLIDES_API64923605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SLIDES_API64923605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SLIDES_API64923605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SLIDES_API64923605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SLIDES_API649236052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SLIDES_API649236052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SLIDES_API64923605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SLIDES_API649236052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SLIDES_API649236052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SLIDES_API649236052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SLIDES_API649236052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SLIDES_API649236052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SLIDES_API649236052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SLIDES_API649236052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SLIDES_API649236052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SLIDES_API649236052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SLIDES_API649236052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SLIDES_API649236052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SLIDES_API649236052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SLIDES_API649236052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Introduction_Slide_1">
  <p:cSld name="TITLE_2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732150" y="1432763"/>
            <a:ext cx="7679700" cy="7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1"/>
          </p:nvPr>
        </p:nvSpPr>
        <p:spPr>
          <a:xfrm>
            <a:off x="732150" y="2229500"/>
            <a:ext cx="7679700" cy="19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398">
          <p15:clr>
            <a:srgbClr val="E46962"/>
          </p15:clr>
        </p15:guide>
        <p15:guide id="4" orient="horz" pos="628">
          <p15:clr>
            <a:srgbClr val="E46962"/>
          </p15:clr>
        </p15:guide>
        <p15:guide id="5" pos="5362">
          <p15:clr>
            <a:srgbClr val="E46962"/>
          </p15:clr>
        </p15:guide>
        <p15:guide id="6" pos="458">
          <p15:clr>
            <a:srgbClr val="E46962"/>
          </p15:clr>
        </p15:guide>
        <p15:guide id="7" orient="horz" pos="1082">
          <p15:clr>
            <a:srgbClr val="E46962"/>
          </p15:clr>
        </p15:guide>
        <p15:guide id="8" orient="horz" pos="903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Title_Body_1">
  <p:cSld name="TITLE_1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60" name="Google Shape;60;p15"/>
          <p:cNvSpPr>
            <a:spLocks noGrp="1"/>
          </p:cNvSpPr>
          <p:nvPr>
            <p:ph type="pic" idx="2"/>
          </p:nvPr>
        </p:nvSpPr>
        <p:spPr>
          <a:xfrm>
            <a:off x="5711758" y="0"/>
            <a:ext cx="3432300" cy="5143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sp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632175" y="650250"/>
            <a:ext cx="5046000" cy="7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ubTitle" idx="1"/>
          </p:nvPr>
        </p:nvSpPr>
        <p:spPr>
          <a:xfrm>
            <a:off x="642700" y="1562500"/>
            <a:ext cx="4337400" cy="19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405">
          <p15:clr>
            <a:srgbClr val="E46962"/>
          </p15:clr>
        </p15:guide>
        <p15:guide id="4" orient="horz" pos="628">
          <p15:clr>
            <a:srgbClr val="E46962"/>
          </p15:clr>
        </p15:guide>
        <p15:guide id="5" pos="5328">
          <p15:clr>
            <a:srgbClr val="E46962"/>
          </p15:clr>
        </p15:guide>
        <p15:guide id="6" orient="horz" pos="984">
          <p15:clr>
            <a:srgbClr val="E46962"/>
          </p15:clr>
        </p15:guide>
        <p15:guide id="7" orient="horz" pos="1080">
          <p15:clr>
            <a:srgbClr val="E46962"/>
          </p15:clr>
        </p15:guide>
        <p15:guide id="8" orient="horz" pos="410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Title_Body_2">
  <p:cSld name="TITLE_1_1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65" name="Google Shape;65;p16"/>
          <p:cNvSpPr>
            <a:spLocks noGrp="1"/>
          </p:cNvSpPr>
          <p:nvPr>
            <p:ph type="pic" idx="2"/>
          </p:nvPr>
        </p:nvSpPr>
        <p:spPr>
          <a:xfrm>
            <a:off x="0" y="100"/>
            <a:ext cx="3432300" cy="5143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sp>
      <p:sp>
        <p:nvSpPr>
          <p:cNvPr id="66" name="Google Shape;66;p16"/>
          <p:cNvSpPr txBox="1">
            <a:spLocks noGrp="1"/>
          </p:cNvSpPr>
          <p:nvPr>
            <p:ph type="subTitle" idx="1"/>
          </p:nvPr>
        </p:nvSpPr>
        <p:spPr>
          <a:xfrm>
            <a:off x="4135200" y="1595175"/>
            <a:ext cx="4176600" cy="19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4135200" y="650250"/>
            <a:ext cx="4270500" cy="7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E46962"/>
          </p15:clr>
        </p15:guide>
        <p15:guide id="2" pos="2664">
          <p15:clr>
            <a:srgbClr val="E46962"/>
          </p15:clr>
        </p15:guide>
        <p15:guide id="3" pos="405">
          <p15:clr>
            <a:srgbClr val="E46962"/>
          </p15:clr>
        </p15:guide>
        <p15:guide id="4" pos="5328">
          <p15:clr>
            <a:srgbClr val="E46962"/>
          </p15:clr>
        </p15:guide>
        <p15:guide id="5" orient="horz" pos="409">
          <p15:clr>
            <a:srgbClr val="E46962"/>
          </p15:clr>
        </p15:guide>
        <p15:guide id="6" orient="horz" pos="10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ints 2_1">
  <p:cSld name="TITLE_1_1_2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70" name="Google Shape;70;p17"/>
          <p:cNvSpPr>
            <a:spLocks noGrp="1"/>
          </p:cNvSpPr>
          <p:nvPr>
            <p:ph type="pic" idx="2"/>
          </p:nvPr>
        </p:nvSpPr>
        <p:spPr>
          <a:xfrm>
            <a:off x="0" y="0"/>
            <a:ext cx="3432300" cy="5143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sp>
      <p:sp>
        <p:nvSpPr>
          <p:cNvPr id="71" name="Google Shape;71;p17"/>
          <p:cNvSpPr txBox="1">
            <a:spLocks noGrp="1"/>
          </p:cNvSpPr>
          <p:nvPr>
            <p:ph type="title"/>
          </p:nvPr>
        </p:nvSpPr>
        <p:spPr>
          <a:xfrm>
            <a:off x="4135200" y="650250"/>
            <a:ext cx="4270500" cy="7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2" name="Google Shape;72;p17"/>
          <p:cNvSpPr txBox="1"/>
          <p:nvPr/>
        </p:nvSpPr>
        <p:spPr>
          <a:xfrm>
            <a:off x="4135195" y="1741075"/>
            <a:ext cx="47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73" name="Google Shape;73;p17"/>
          <p:cNvSpPr txBox="1">
            <a:spLocks noGrp="1"/>
          </p:cNvSpPr>
          <p:nvPr>
            <p:ph type="subTitle" idx="1"/>
          </p:nvPr>
        </p:nvSpPr>
        <p:spPr>
          <a:xfrm>
            <a:off x="4678425" y="1687125"/>
            <a:ext cx="37272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4" name="Google Shape;74;p17"/>
          <p:cNvSpPr txBox="1"/>
          <p:nvPr/>
        </p:nvSpPr>
        <p:spPr>
          <a:xfrm>
            <a:off x="4135195" y="2768100"/>
            <a:ext cx="47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75" name="Google Shape;75;p17"/>
          <p:cNvSpPr txBox="1">
            <a:spLocks noGrp="1"/>
          </p:cNvSpPr>
          <p:nvPr>
            <p:ph type="subTitle" idx="3"/>
          </p:nvPr>
        </p:nvSpPr>
        <p:spPr>
          <a:xfrm>
            <a:off x="4678425" y="2726325"/>
            <a:ext cx="37272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E46962"/>
          </p15:clr>
        </p15:guide>
        <p15:guide id="2" pos="2664">
          <p15:clr>
            <a:srgbClr val="E46962"/>
          </p15:clr>
        </p15:guide>
        <p15:guide id="3" pos="405">
          <p15:clr>
            <a:srgbClr val="E46962"/>
          </p15:clr>
        </p15:guide>
        <p15:guide id="4" pos="5328">
          <p15:clr>
            <a:srgbClr val="E46962"/>
          </p15:clr>
        </p15:guide>
        <p15:guide id="5" orient="horz" pos="409">
          <p15:clr>
            <a:srgbClr val="E46962"/>
          </p15:clr>
        </p15:guide>
        <p15:guide id="6" orient="horz" pos="1005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ints 2_2">
  <p:cSld name="TITLE_1_1_2_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78" name="Google Shape;78;p18"/>
          <p:cNvSpPr>
            <a:spLocks noGrp="1"/>
          </p:cNvSpPr>
          <p:nvPr>
            <p:ph type="pic" idx="2"/>
          </p:nvPr>
        </p:nvSpPr>
        <p:spPr>
          <a:xfrm>
            <a:off x="5711663" y="0"/>
            <a:ext cx="3432300" cy="5143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sp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642700" y="650250"/>
            <a:ext cx="4270500" cy="7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0" name="Google Shape;80;p18"/>
          <p:cNvSpPr txBox="1"/>
          <p:nvPr/>
        </p:nvSpPr>
        <p:spPr>
          <a:xfrm>
            <a:off x="642695" y="1741075"/>
            <a:ext cx="47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81" name="Google Shape;81;p18"/>
          <p:cNvSpPr txBox="1">
            <a:spLocks noGrp="1"/>
          </p:cNvSpPr>
          <p:nvPr>
            <p:ph type="subTitle" idx="1"/>
          </p:nvPr>
        </p:nvSpPr>
        <p:spPr>
          <a:xfrm>
            <a:off x="1185925" y="1687125"/>
            <a:ext cx="37272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82" name="Google Shape;82;p18"/>
          <p:cNvSpPr txBox="1"/>
          <p:nvPr/>
        </p:nvSpPr>
        <p:spPr>
          <a:xfrm>
            <a:off x="642695" y="2768100"/>
            <a:ext cx="47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83" name="Google Shape;83;p18"/>
          <p:cNvSpPr txBox="1">
            <a:spLocks noGrp="1"/>
          </p:cNvSpPr>
          <p:nvPr>
            <p:ph type="subTitle" idx="3"/>
          </p:nvPr>
        </p:nvSpPr>
        <p:spPr>
          <a:xfrm>
            <a:off x="1185925" y="2726325"/>
            <a:ext cx="37272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E46962"/>
          </p15:clr>
        </p15:guide>
        <p15:guide id="2" pos="2664">
          <p15:clr>
            <a:srgbClr val="E46962"/>
          </p15:clr>
        </p15:guide>
        <p15:guide id="3" pos="405">
          <p15:clr>
            <a:srgbClr val="E46962"/>
          </p15:clr>
        </p15:guide>
        <p15:guide id="4" pos="5328">
          <p15:clr>
            <a:srgbClr val="E46962"/>
          </p15:clr>
        </p15:guide>
        <p15:guide id="5" orient="horz" pos="409">
          <p15:clr>
            <a:srgbClr val="E46962"/>
          </p15:clr>
        </p15:guide>
        <p15:guide id="6" orient="horz" pos="10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ints 3_2">
  <p:cSld name="TITLE_1_1_2_1_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86" name="Google Shape;86;p19"/>
          <p:cNvSpPr>
            <a:spLocks noGrp="1"/>
          </p:cNvSpPr>
          <p:nvPr>
            <p:ph type="pic" idx="2"/>
          </p:nvPr>
        </p:nvSpPr>
        <p:spPr>
          <a:xfrm>
            <a:off x="5711663" y="100"/>
            <a:ext cx="3432300" cy="5143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sp>
      <p:sp>
        <p:nvSpPr>
          <p:cNvPr id="87" name="Google Shape;87;p19"/>
          <p:cNvSpPr txBox="1">
            <a:spLocks noGrp="1"/>
          </p:cNvSpPr>
          <p:nvPr>
            <p:ph type="title"/>
          </p:nvPr>
        </p:nvSpPr>
        <p:spPr>
          <a:xfrm>
            <a:off x="642700" y="650250"/>
            <a:ext cx="4270500" cy="7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8" name="Google Shape;88;p19"/>
          <p:cNvSpPr txBox="1"/>
          <p:nvPr/>
        </p:nvSpPr>
        <p:spPr>
          <a:xfrm>
            <a:off x="642695" y="1741075"/>
            <a:ext cx="47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89" name="Google Shape;89;p19"/>
          <p:cNvSpPr txBox="1">
            <a:spLocks noGrp="1"/>
          </p:cNvSpPr>
          <p:nvPr>
            <p:ph type="subTitle" idx="1"/>
          </p:nvPr>
        </p:nvSpPr>
        <p:spPr>
          <a:xfrm>
            <a:off x="1185925" y="1687125"/>
            <a:ext cx="37272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90" name="Google Shape;90;p19"/>
          <p:cNvSpPr txBox="1"/>
          <p:nvPr/>
        </p:nvSpPr>
        <p:spPr>
          <a:xfrm>
            <a:off x="642695" y="2768100"/>
            <a:ext cx="47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91" name="Google Shape;91;p19"/>
          <p:cNvSpPr txBox="1">
            <a:spLocks noGrp="1"/>
          </p:cNvSpPr>
          <p:nvPr>
            <p:ph type="subTitle" idx="3"/>
          </p:nvPr>
        </p:nvSpPr>
        <p:spPr>
          <a:xfrm>
            <a:off x="1185925" y="2726325"/>
            <a:ext cx="37272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92" name="Google Shape;92;p19"/>
          <p:cNvSpPr txBox="1"/>
          <p:nvPr/>
        </p:nvSpPr>
        <p:spPr>
          <a:xfrm>
            <a:off x="642695" y="3807300"/>
            <a:ext cx="47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93" name="Google Shape;93;p19"/>
          <p:cNvSpPr txBox="1">
            <a:spLocks noGrp="1"/>
          </p:cNvSpPr>
          <p:nvPr>
            <p:ph type="subTitle" idx="4"/>
          </p:nvPr>
        </p:nvSpPr>
        <p:spPr>
          <a:xfrm>
            <a:off x="1185925" y="3765525"/>
            <a:ext cx="37272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E46962"/>
          </p15:clr>
        </p15:guide>
        <p15:guide id="2" pos="2664">
          <p15:clr>
            <a:srgbClr val="E46962"/>
          </p15:clr>
        </p15:guide>
        <p15:guide id="3" pos="405">
          <p15:clr>
            <a:srgbClr val="E46962"/>
          </p15:clr>
        </p15:guide>
        <p15:guide id="4" pos="5328">
          <p15:clr>
            <a:srgbClr val="E46962"/>
          </p15:clr>
        </p15:guide>
        <p15:guide id="5" orient="horz" pos="409">
          <p15:clr>
            <a:srgbClr val="E46962"/>
          </p15:clr>
        </p15:guide>
        <p15:guide id="6" orient="horz" pos="10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Title_Body_3">
  <p:cSld name="TITLE_1_1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subTitle" idx="1"/>
          </p:nvPr>
        </p:nvSpPr>
        <p:spPr>
          <a:xfrm>
            <a:off x="383075" y="1798300"/>
            <a:ext cx="2469000" cy="4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subTitle" idx="2"/>
          </p:nvPr>
        </p:nvSpPr>
        <p:spPr>
          <a:xfrm>
            <a:off x="3284763" y="1798300"/>
            <a:ext cx="2469000" cy="39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title"/>
          </p:nvPr>
        </p:nvSpPr>
        <p:spPr>
          <a:xfrm>
            <a:off x="383075" y="900950"/>
            <a:ext cx="7753500" cy="63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subTitle" idx="3"/>
          </p:nvPr>
        </p:nvSpPr>
        <p:spPr>
          <a:xfrm>
            <a:off x="6186450" y="1798300"/>
            <a:ext cx="2469000" cy="39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628">
          <p15:clr>
            <a:srgbClr val="E46962"/>
          </p15:clr>
        </p15:guide>
        <p15:guide id="4" pos="5328">
          <p15:clr>
            <a:srgbClr val="E46962"/>
          </p15:clr>
        </p15:guide>
        <p15:guide id="5" pos="288">
          <p15:clr>
            <a:srgbClr val="E46962"/>
          </p15:clr>
        </p15:guide>
        <p15:guide id="6" pos="175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Title_Body_1_no_image">
  <p:cSld name="TITLE_1_1_1_2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subTitle" idx="1"/>
          </p:nvPr>
        </p:nvSpPr>
        <p:spPr>
          <a:xfrm>
            <a:off x="383075" y="1631475"/>
            <a:ext cx="7753500" cy="4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title"/>
          </p:nvPr>
        </p:nvSpPr>
        <p:spPr>
          <a:xfrm>
            <a:off x="383075" y="900950"/>
            <a:ext cx="7753500" cy="63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628">
          <p15:clr>
            <a:srgbClr val="E46962"/>
          </p15:clr>
        </p15:guide>
        <p15:guide id="4" pos="5328">
          <p15:clr>
            <a:srgbClr val="E46962"/>
          </p15:clr>
        </p15:guide>
        <p15:guide id="5" pos="288">
          <p15:clr>
            <a:srgbClr val="E46962"/>
          </p15:clr>
        </p15:guide>
        <p15:guide id="6" pos="175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Outro_1">
  <p:cSld name="TITLE_1_1_1_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106" name="Google Shape;106;p22"/>
          <p:cNvSpPr txBox="1">
            <a:spLocks noGrp="1"/>
          </p:cNvSpPr>
          <p:nvPr>
            <p:ph type="title"/>
          </p:nvPr>
        </p:nvSpPr>
        <p:spPr>
          <a:xfrm>
            <a:off x="530400" y="2208300"/>
            <a:ext cx="8083200" cy="7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E46962"/>
          </p15:clr>
        </p15:guide>
        <p15:guide id="2" pos="3240">
          <p15:clr>
            <a:srgbClr val="E46962"/>
          </p15:clr>
        </p15:guide>
        <p15:guide id="3" pos="405">
          <p15:clr>
            <a:srgbClr val="E46962"/>
          </p15:clr>
        </p15:guide>
        <p15:guide id="4" orient="horz" pos="628">
          <p15:clr>
            <a:srgbClr val="E46962"/>
          </p15:clr>
        </p15:guide>
        <p15:guide id="5" pos="532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CUSTOM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ints 3_1">
  <p:cSld name="Default Slide_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>
            <a:spLocks noGrp="1"/>
          </p:cNvSpPr>
          <p:nvPr>
            <p:ph type="subTitle" idx="1"/>
          </p:nvPr>
        </p:nvSpPr>
        <p:spPr>
          <a:xfrm>
            <a:off x="6595075" y="2305850"/>
            <a:ext cx="2096100" cy="136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Open Sans Medium"/>
              <a:buNone/>
              <a:defRPr sz="13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title"/>
          </p:nvPr>
        </p:nvSpPr>
        <p:spPr>
          <a:xfrm>
            <a:off x="1730850" y="401725"/>
            <a:ext cx="5682300" cy="42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subTitle" idx="2"/>
          </p:nvPr>
        </p:nvSpPr>
        <p:spPr>
          <a:xfrm>
            <a:off x="467425" y="1394975"/>
            <a:ext cx="2198400" cy="8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300"/>
              <a:buFont typeface="Open Sans Medium"/>
              <a:buNone/>
              <a:defRPr sz="13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4"/>
          <p:cNvSpPr txBox="1">
            <a:spLocks noGrp="1"/>
          </p:cNvSpPr>
          <p:nvPr>
            <p:ph type="subTitle" idx="3"/>
          </p:nvPr>
        </p:nvSpPr>
        <p:spPr>
          <a:xfrm>
            <a:off x="456700" y="3405075"/>
            <a:ext cx="2361600" cy="88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300"/>
              <a:buFont typeface="Open Sans Medium"/>
              <a:buNone/>
              <a:defRPr sz="13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4"/>
          <p:cNvSpPr/>
          <p:nvPr/>
        </p:nvSpPr>
        <p:spPr>
          <a:xfrm>
            <a:off x="4097288" y="1312051"/>
            <a:ext cx="2066887" cy="2072038"/>
          </a:xfrm>
          <a:custGeom>
            <a:avLst/>
            <a:gdLst/>
            <a:ahLst/>
            <a:cxnLst/>
            <a:rect l="l" t="t" r="r" b="b"/>
            <a:pathLst>
              <a:path w="958" h="1016" extrusionOk="0">
                <a:moveTo>
                  <a:pt x="453" y="0"/>
                </a:moveTo>
                <a:cubicBezTo>
                  <a:pt x="367" y="0"/>
                  <a:pt x="286" y="22"/>
                  <a:pt x="215" y="59"/>
                </a:cubicBezTo>
                <a:cubicBezTo>
                  <a:pt x="247" y="76"/>
                  <a:pt x="276" y="96"/>
                  <a:pt x="304" y="119"/>
                </a:cubicBezTo>
                <a:cubicBezTo>
                  <a:pt x="416" y="212"/>
                  <a:pt x="497" y="358"/>
                  <a:pt x="486" y="514"/>
                </a:cubicBezTo>
                <a:cubicBezTo>
                  <a:pt x="480" y="602"/>
                  <a:pt x="481" y="677"/>
                  <a:pt x="410" y="778"/>
                </a:cubicBezTo>
                <a:cubicBezTo>
                  <a:pt x="154" y="1002"/>
                  <a:pt x="0" y="732"/>
                  <a:pt x="0" y="732"/>
                </a:cubicBezTo>
                <a:cubicBezTo>
                  <a:pt x="27" y="877"/>
                  <a:pt x="209" y="960"/>
                  <a:pt x="209" y="960"/>
                </a:cubicBezTo>
                <a:cubicBezTo>
                  <a:pt x="278" y="996"/>
                  <a:pt x="370" y="1016"/>
                  <a:pt x="454" y="1016"/>
                </a:cubicBezTo>
                <a:cubicBezTo>
                  <a:pt x="553" y="1016"/>
                  <a:pt x="644" y="982"/>
                  <a:pt x="722" y="933"/>
                </a:cubicBezTo>
                <a:cubicBezTo>
                  <a:pt x="864" y="843"/>
                  <a:pt x="958" y="685"/>
                  <a:pt x="958" y="505"/>
                </a:cubicBezTo>
                <a:cubicBezTo>
                  <a:pt x="958" y="226"/>
                  <a:pt x="732" y="0"/>
                  <a:pt x="45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09550" tIns="54775" rIns="109550" bIns="547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14" name="Google Shape;114;p24"/>
          <p:cNvSpPr/>
          <p:nvPr/>
        </p:nvSpPr>
        <p:spPr>
          <a:xfrm>
            <a:off x="2979825" y="1320666"/>
            <a:ext cx="2197264" cy="1922987"/>
          </a:xfrm>
          <a:custGeom>
            <a:avLst/>
            <a:gdLst/>
            <a:ahLst/>
            <a:cxnLst/>
            <a:rect l="l" t="t" r="r" b="b"/>
            <a:pathLst>
              <a:path w="1018" h="943" extrusionOk="0">
                <a:moveTo>
                  <a:pt x="692" y="395"/>
                </a:moveTo>
                <a:cubicBezTo>
                  <a:pt x="692" y="395"/>
                  <a:pt x="694" y="397"/>
                  <a:pt x="694" y="397"/>
                </a:cubicBezTo>
                <a:cubicBezTo>
                  <a:pt x="694" y="397"/>
                  <a:pt x="694" y="397"/>
                  <a:pt x="694" y="397"/>
                </a:cubicBezTo>
                <a:cubicBezTo>
                  <a:pt x="708" y="394"/>
                  <a:pt x="723" y="393"/>
                  <a:pt x="739" y="393"/>
                </a:cubicBezTo>
                <a:cubicBezTo>
                  <a:pt x="868" y="393"/>
                  <a:pt x="972" y="498"/>
                  <a:pt x="972" y="627"/>
                </a:cubicBezTo>
                <a:cubicBezTo>
                  <a:pt x="972" y="706"/>
                  <a:pt x="933" y="776"/>
                  <a:pt x="872" y="818"/>
                </a:cubicBezTo>
                <a:cubicBezTo>
                  <a:pt x="872" y="818"/>
                  <a:pt x="872" y="818"/>
                  <a:pt x="872" y="818"/>
                </a:cubicBezTo>
                <a:cubicBezTo>
                  <a:pt x="891" y="806"/>
                  <a:pt x="911" y="792"/>
                  <a:pt x="931" y="774"/>
                </a:cubicBezTo>
                <a:cubicBezTo>
                  <a:pt x="1002" y="673"/>
                  <a:pt x="1001" y="598"/>
                  <a:pt x="1007" y="510"/>
                </a:cubicBezTo>
                <a:cubicBezTo>
                  <a:pt x="1018" y="354"/>
                  <a:pt x="937" y="208"/>
                  <a:pt x="825" y="115"/>
                </a:cubicBezTo>
                <a:cubicBezTo>
                  <a:pt x="797" y="92"/>
                  <a:pt x="768" y="72"/>
                  <a:pt x="736" y="55"/>
                </a:cubicBezTo>
                <a:cubicBezTo>
                  <a:pt x="735" y="56"/>
                  <a:pt x="735" y="56"/>
                  <a:pt x="735" y="56"/>
                </a:cubicBezTo>
                <a:cubicBezTo>
                  <a:pt x="666" y="20"/>
                  <a:pt x="588" y="0"/>
                  <a:pt x="504" y="0"/>
                </a:cubicBezTo>
                <a:cubicBezTo>
                  <a:pt x="226" y="0"/>
                  <a:pt x="0" y="226"/>
                  <a:pt x="0" y="504"/>
                </a:cubicBezTo>
                <a:cubicBezTo>
                  <a:pt x="0" y="685"/>
                  <a:pt x="95" y="843"/>
                  <a:pt x="237" y="932"/>
                </a:cubicBezTo>
                <a:cubicBezTo>
                  <a:pt x="244" y="936"/>
                  <a:pt x="250" y="940"/>
                  <a:pt x="257" y="943"/>
                </a:cubicBezTo>
                <a:cubicBezTo>
                  <a:pt x="256" y="928"/>
                  <a:pt x="255" y="913"/>
                  <a:pt x="255" y="898"/>
                </a:cubicBezTo>
                <a:cubicBezTo>
                  <a:pt x="255" y="643"/>
                  <a:pt x="449" y="433"/>
                  <a:pt x="692" y="395"/>
                </a:cubicBezTo>
                <a:close/>
                <a:moveTo>
                  <a:pt x="963" y="713"/>
                </a:moveTo>
                <a:cubicBezTo>
                  <a:pt x="963" y="714"/>
                  <a:pt x="963" y="714"/>
                  <a:pt x="963" y="714"/>
                </a:cubicBezTo>
                <a:cubicBezTo>
                  <a:pt x="963" y="714"/>
                  <a:pt x="963" y="713"/>
                  <a:pt x="963" y="71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09550" tIns="54775" rIns="109550" bIns="547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15" name="Google Shape;115;p24"/>
          <p:cNvSpPr/>
          <p:nvPr/>
        </p:nvSpPr>
        <p:spPr>
          <a:xfrm>
            <a:off x="3522899" y="2126219"/>
            <a:ext cx="2201823" cy="2066006"/>
          </a:xfrm>
          <a:custGeom>
            <a:avLst/>
            <a:gdLst/>
            <a:ahLst/>
            <a:cxnLst/>
            <a:rect l="l" t="t" r="r" b="b"/>
            <a:pathLst>
              <a:path w="1020" h="1013" extrusionOk="0">
                <a:moveTo>
                  <a:pt x="325" y="421"/>
                </a:moveTo>
                <a:cubicBezTo>
                  <a:pt x="325" y="421"/>
                  <a:pt x="249" y="349"/>
                  <a:pt x="249" y="230"/>
                </a:cubicBezTo>
                <a:cubicBezTo>
                  <a:pt x="249" y="116"/>
                  <a:pt x="322" y="34"/>
                  <a:pt x="439" y="2"/>
                </a:cubicBezTo>
                <a:cubicBezTo>
                  <a:pt x="439" y="2"/>
                  <a:pt x="437" y="0"/>
                  <a:pt x="437" y="0"/>
                </a:cubicBezTo>
                <a:cubicBezTo>
                  <a:pt x="194" y="38"/>
                  <a:pt x="0" y="248"/>
                  <a:pt x="0" y="503"/>
                </a:cubicBezTo>
                <a:cubicBezTo>
                  <a:pt x="0" y="785"/>
                  <a:pt x="228" y="1013"/>
                  <a:pt x="510" y="1013"/>
                </a:cubicBezTo>
                <a:cubicBezTo>
                  <a:pt x="792" y="1013"/>
                  <a:pt x="1020" y="785"/>
                  <a:pt x="1020" y="503"/>
                </a:cubicBezTo>
                <a:cubicBezTo>
                  <a:pt x="1020" y="503"/>
                  <a:pt x="679" y="804"/>
                  <a:pt x="325" y="42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09550" tIns="54775" rIns="109550" bIns="547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16" name="Google Shape;116;p24"/>
          <p:cNvSpPr txBox="1"/>
          <p:nvPr/>
        </p:nvSpPr>
        <p:spPr>
          <a:xfrm>
            <a:off x="3437328" y="1737425"/>
            <a:ext cx="5322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sz="5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24"/>
          <p:cNvSpPr txBox="1"/>
          <p:nvPr/>
        </p:nvSpPr>
        <p:spPr>
          <a:xfrm>
            <a:off x="5422878" y="2188350"/>
            <a:ext cx="5322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sz="5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24"/>
          <p:cNvSpPr txBox="1"/>
          <p:nvPr/>
        </p:nvSpPr>
        <p:spPr>
          <a:xfrm>
            <a:off x="3969528" y="3405075"/>
            <a:ext cx="5322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sz="500"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ints 4_1">
  <p:cSld name="CUSTOM_1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/>
          <p:nvPr/>
        </p:nvSpPr>
        <p:spPr>
          <a:xfrm>
            <a:off x="3036788" y="1364028"/>
            <a:ext cx="1519962" cy="1966570"/>
          </a:xfrm>
          <a:custGeom>
            <a:avLst/>
            <a:gdLst/>
            <a:ahLst/>
            <a:cxnLst/>
            <a:rect l="l" t="t" r="r" b="b"/>
            <a:pathLst>
              <a:path w="4983482" h="6447770" extrusionOk="0">
                <a:moveTo>
                  <a:pt x="4983482" y="0"/>
                </a:moveTo>
                <a:lnTo>
                  <a:pt x="4983482" y="1152"/>
                </a:lnTo>
                <a:lnTo>
                  <a:pt x="4884042" y="6173"/>
                </a:lnTo>
                <a:cubicBezTo>
                  <a:pt x="4168136" y="78877"/>
                  <a:pt x="3609474" y="683482"/>
                  <a:pt x="3609474" y="1418570"/>
                </a:cubicBezTo>
                <a:cubicBezTo>
                  <a:pt x="3609474" y="2107715"/>
                  <a:pt x="4100486" y="2682178"/>
                  <a:pt x="4751750" y="2811200"/>
                </a:cubicBezTo>
                <a:lnTo>
                  <a:pt x="4877001" y="2829915"/>
                </a:lnTo>
                <a:lnTo>
                  <a:pt x="4799835" y="2833812"/>
                </a:lnTo>
                <a:cubicBezTo>
                  <a:pt x="3688520" y="2946672"/>
                  <a:pt x="2821298" y="3885212"/>
                  <a:pt x="2821298" y="5026303"/>
                </a:cubicBezTo>
                <a:lnTo>
                  <a:pt x="2829563" y="5189982"/>
                </a:lnTo>
                <a:lnTo>
                  <a:pt x="2810610" y="5314168"/>
                </a:lnTo>
                <a:cubicBezTo>
                  <a:pt x="2678226" y="5961114"/>
                  <a:pt x="2105809" y="6447770"/>
                  <a:pt x="1419727" y="6447770"/>
                </a:cubicBezTo>
                <a:cubicBezTo>
                  <a:pt x="635633" y="6447770"/>
                  <a:pt x="0" y="5812137"/>
                  <a:pt x="0" y="5028043"/>
                </a:cubicBezTo>
                <a:lnTo>
                  <a:pt x="2309" y="4982324"/>
                </a:lnTo>
                <a:lnTo>
                  <a:pt x="1157" y="4982324"/>
                </a:lnTo>
                <a:lnTo>
                  <a:pt x="6545" y="4769242"/>
                </a:lnTo>
                <a:cubicBezTo>
                  <a:pt x="136898" y="2197684"/>
                  <a:pt x="2198840" y="135741"/>
                  <a:pt x="4770399" y="538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5"/>
          <p:cNvSpPr/>
          <p:nvPr/>
        </p:nvSpPr>
        <p:spPr>
          <a:xfrm>
            <a:off x="4138040" y="1363675"/>
            <a:ext cx="1966570" cy="1519962"/>
          </a:xfrm>
          <a:custGeom>
            <a:avLst/>
            <a:gdLst/>
            <a:ahLst/>
            <a:cxnLst/>
            <a:rect l="l" t="t" r="r" b="b"/>
            <a:pathLst>
              <a:path w="6447769" h="4983482" extrusionOk="0">
                <a:moveTo>
                  <a:pt x="1419727" y="0"/>
                </a:moveTo>
                <a:lnTo>
                  <a:pt x="1465447" y="2309"/>
                </a:lnTo>
                <a:lnTo>
                  <a:pt x="1465447" y="1157"/>
                </a:lnTo>
                <a:lnTo>
                  <a:pt x="1678528" y="6545"/>
                </a:lnTo>
                <a:cubicBezTo>
                  <a:pt x="4250087" y="136898"/>
                  <a:pt x="6312029" y="2198841"/>
                  <a:pt x="6442381" y="4770399"/>
                </a:cubicBezTo>
                <a:lnTo>
                  <a:pt x="6447769" y="4983482"/>
                </a:lnTo>
                <a:lnTo>
                  <a:pt x="6446619" y="4983482"/>
                </a:lnTo>
                <a:lnTo>
                  <a:pt x="6441597" y="4884041"/>
                </a:lnTo>
                <a:cubicBezTo>
                  <a:pt x="6368893" y="4168135"/>
                  <a:pt x="5764288" y="3609473"/>
                  <a:pt x="5029200" y="3609473"/>
                </a:cubicBezTo>
                <a:cubicBezTo>
                  <a:pt x="4294112" y="3609473"/>
                  <a:pt x="3689507" y="4168135"/>
                  <a:pt x="3616803" y="4884041"/>
                </a:cubicBezTo>
                <a:lnTo>
                  <a:pt x="3614562" y="4928423"/>
                </a:lnTo>
                <a:lnTo>
                  <a:pt x="3608185" y="4802127"/>
                </a:lnTo>
                <a:cubicBezTo>
                  <a:pt x="3495325" y="3690812"/>
                  <a:pt x="2556784" y="2823590"/>
                  <a:pt x="1415693" y="2823590"/>
                </a:cubicBezTo>
                <a:lnTo>
                  <a:pt x="1267636" y="2831067"/>
                </a:lnTo>
                <a:lnTo>
                  <a:pt x="1133602" y="2810611"/>
                </a:lnTo>
                <a:cubicBezTo>
                  <a:pt x="486657" y="2678226"/>
                  <a:pt x="0" y="2105810"/>
                  <a:pt x="0" y="1419727"/>
                </a:cubicBezTo>
                <a:cubicBezTo>
                  <a:pt x="0" y="635633"/>
                  <a:pt x="635633" y="0"/>
                  <a:pt x="141972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5"/>
          <p:cNvSpPr/>
          <p:nvPr/>
        </p:nvSpPr>
        <p:spPr>
          <a:xfrm>
            <a:off x="3037141" y="2911624"/>
            <a:ext cx="1966570" cy="1519962"/>
          </a:xfrm>
          <a:custGeom>
            <a:avLst/>
            <a:gdLst/>
            <a:ahLst/>
            <a:cxnLst/>
            <a:rect l="l" t="t" r="r" b="b"/>
            <a:pathLst>
              <a:path w="6447771" h="4983481" extrusionOk="0">
                <a:moveTo>
                  <a:pt x="0" y="0"/>
                </a:moveTo>
                <a:lnTo>
                  <a:pt x="1152" y="0"/>
                </a:lnTo>
                <a:lnTo>
                  <a:pt x="6173" y="99439"/>
                </a:lnTo>
                <a:cubicBezTo>
                  <a:pt x="78877" y="815345"/>
                  <a:pt x="683482" y="1374007"/>
                  <a:pt x="1418570" y="1374007"/>
                </a:cubicBezTo>
                <a:cubicBezTo>
                  <a:pt x="2107715" y="1374007"/>
                  <a:pt x="2682178" y="882996"/>
                  <a:pt x="2811200" y="231731"/>
                </a:cubicBezTo>
                <a:lnTo>
                  <a:pt x="2828419" y="116492"/>
                </a:lnTo>
                <a:lnTo>
                  <a:pt x="2831519" y="177872"/>
                </a:lnTo>
                <a:cubicBezTo>
                  <a:pt x="2944379" y="1289187"/>
                  <a:pt x="3882919" y="2156409"/>
                  <a:pt x="5024010" y="2156409"/>
                </a:cubicBezTo>
                <a:lnTo>
                  <a:pt x="5148631" y="2150116"/>
                </a:lnTo>
                <a:lnTo>
                  <a:pt x="5173203" y="2151357"/>
                </a:lnTo>
                <a:cubicBezTo>
                  <a:pt x="5889109" y="2224061"/>
                  <a:pt x="6447771" y="2828666"/>
                  <a:pt x="6447771" y="3563754"/>
                </a:cubicBezTo>
                <a:cubicBezTo>
                  <a:pt x="6447771" y="4347848"/>
                  <a:pt x="5812138" y="4983481"/>
                  <a:pt x="5028044" y="4983481"/>
                </a:cubicBezTo>
                <a:lnTo>
                  <a:pt x="4982325" y="4981172"/>
                </a:lnTo>
                <a:lnTo>
                  <a:pt x="4982325" y="4982324"/>
                </a:lnTo>
                <a:lnTo>
                  <a:pt x="4769242" y="4976936"/>
                </a:lnTo>
                <a:cubicBezTo>
                  <a:pt x="2197683" y="4846583"/>
                  <a:pt x="135741" y="2784641"/>
                  <a:pt x="5388" y="21308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5"/>
          <p:cNvSpPr/>
          <p:nvPr/>
        </p:nvSpPr>
        <p:spPr>
          <a:xfrm>
            <a:off x="4585148" y="2464634"/>
            <a:ext cx="1519961" cy="1966570"/>
          </a:xfrm>
          <a:custGeom>
            <a:avLst/>
            <a:gdLst/>
            <a:ahLst/>
            <a:cxnLst/>
            <a:rect l="l" t="t" r="r" b="b"/>
            <a:pathLst>
              <a:path w="4983480" h="6447772" extrusionOk="0">
                <a:moveTo>
                  <a:pt x="3563753" y="0"/>
                </a:moveTo>
                <a:cubicBezTo>
                  <a:pt x="4347847" y="0"/>
                  <a:pt x="4983480" y="635633"/>
                  <a:pt x="4983480" y="1419727"/>
                </a:cubicBezTo>
                <a:lnTo>
                  <a:pt x="4981172" y="1465449"/>
                </a:lnTo>
                <a:lnTo>
                  <a:pt x="4982322" y="1465449"/>
                </a:lnTo>
                <a:lnTo>
                  <a:pt x="4976934" y="1678530"/>
                </a:lnTo>
                <a:cubicBezTo>
                  <a:pt x="4846582" y="4250089"/>
                  <a:pt x="2784640" y="6312031"/>
                  <a:pt x="213081" y="6442384"/>
                </a:cubicBezTo>
                <a:lnTo>
                  <a:pt x="0" y="6447772"/>
                </a:lnTo>
                <a:lnTo>
                  <a:pt x="0" y="6446619"/>
                </a:lnTo>
                <a:lnTo>
                  <a:pt x="99439" y="6441598"/>
                </a:lnTo>
                <a:cubicBezTo>
                  <a:pt x="815345" y="6368894"/>
                  <a:pt x="1374007" y="5764289"/>
                  <a:pt x="1374007" y="5029201"/>
                </a:cubicBezTo>
                <a:cubicBezTo>
                  <a:pt x="1374007" y="4294113"/>
                  <a:pt x="815345" y="3689508"/>
                  <a:pt x="99439" y="3616804"/>
                </a:cubicBezTo>
                <a:lnTo>
                  <a:pt x="74876" y="3615564"/>
                </a:lnTo>
                <a:lnTo>
                  <a:pt x="175579" y="3610479"/>
                </a:lnTo>
                <a:cubicBezTo>
                  <a:pt x="1286894" y="3497619"/>
                  <a:pt x="2154116" y="2559078"/>
                  <a:pt x="2154116" y="1417987"/>
                </a:cubicBezTo>
                <a:lnTo>
                  <a:pt x="2149115" y="1318948"/>
                </a:lnTo>
                <a:lnTo>
                  <a:pt x="2151356" y="1274568"/>
                </a:lnTo>
                <a:cubicBezTo>
                  <a:pt x="2224060" y="558662"/>
                  <a:pt x="2828665" y="0"/>
                  <a:pt x="356375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5"/>
          <p:cNvSpPr txBox="1">
            <a:spLocks noGrp="1"/>
          </p:cNvSpPr>
          <p:nvPr>
            <p:ph type="subTitle" idx="1"/>
          </p:nvPr>
        </p:nvSpPr>
        <p:spPr>
          <a:xfrm>
            <a:off x="467425" y="1394975"/>
            <a:ext cx="2198400" cy="12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300"/>
              <a:buFont typeface="Open Sans Medium"/>
              <a:buNone/>
              <a:defRPr sz="13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5"/>
          <p:cNvSpPr txBox="1"/>
          <p:nvPr/>
        </p:nvSpPr>
        <p:spPr>
          <a:xfrm>
            <a:off x="3240103" y="2642525"/>
            <a:ext cx="5322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sz="5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25"/>
          <p:cNvSpPr txBox="1"/>
          <p:nvPr/>
        </p:nvSpPr>
        <p:spPr>
          <a:xfrm>
            <a:off x="4305541" y="1611875"/>
            <a:ext cx="5322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sz="5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5"/>
          <p:cNvSpPr txBox="1"/>
          <p:nvPr/>
        </p:nvSpPr>
        <p:spPr>
          <a:xfrm>
            <a:off x="5421603" y="2642525"/>
            <a:ext cx="5322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sz="5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25"/>
          <p:cNvSpPr txBox="1"/>
          <p:nvPr/>
        </p:nvSpPr>
        <p:spPr>
          <a:xfrm>
            <a:off x="4305541" y="3817250"/>
            <a:ext cx="5322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sz="5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25"/>
          <p:cNvSpPr txBox="1">
            <a:spLocks noGrp="1"/>
          </p:cNvSpPr>
          <p:nvPr>
            <p:ph type="subTitle" idx="2"/>
          </p:nvPr>
        </p:nvSpPr>
        <p:spPr>
          <a:xfrm>
            <a:off x="467425" y="3096425"/>
            <a:ext cx="2198400" cy="12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300"/>
              <a:buFont typeface="Open Sans Medium"/>
              <a:buNone/>
              <a:defRPr sz="13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subTitle" idx="3"/>
          </p:nvPr>
        </p:nvSpPr>
        <p:spPr>
          <a:xfrm>
            <a:off x="6302925" y="1394975"/>
            <a:ext cx="2277300" cy="12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Open Sans Medium"/>
              <a:buNone/>
              <a:defRPr sz="13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5"/>
          <p:cNvSpPr txBox="1">
            <a:spLocks noGrp="1"/>
          </p:cNvSpPr>
          <p:nvPr>
            <p:ph type="subTitle" idx="4"/>
          </p:nvPr>
        </p:nvSpPr>
        <p:spPr>
          <a:xfrm>
            <a:off x="6302925" y="3096425"/>
            <a:ext cx="2277300" cy="12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Open Sans Medium"/>
              <a:buNone/>
              <a:defRPr sz="13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5"/>
          <p:cNvSpPr txBox="1">
            <a:spLocks noGrp="1"/>
          </p:cNvSpPr>
          <p:nvPr>
            <p:ph type="title"/>
          </p:nvPr>
        </p:nvSpPr>
        <p:spPr>
          <a:xfrm>
            <a:off x="1245150" y="401725"/>
            <a:ext cx="6653700" cy="42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ints 4_2">
  <p:cSld name="CUSTOM_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/>
          <p:nvPr/>
        </p:nvSpPr>
        <p:spPr>
          <a:xfrm>
            <a:off x="3734770" y="1278900"/>
            <a:ext cx="1658390" cy="1638576"/>
          </a:xfrm>
          <a:custGeom>
            <a:avLst/>
            <a:gdLst/>
            <a:ahLst/>
            <a:cxnLst/>
            <a:rect l="l" t="t" r="r" b="b"/>
            <a:pathLst>
              <a:path w="21429" h="20851" extrusionOk="0">
                <a:moveTo>
                  <a:pt x="1" y="10736"/>
                </a:moveTo>
                <a:cubicBezTo>
                  <a:pt x="-74" y="5791"/>
                  <a:pt x="3035" y="2106"/>
                  <a:pt x="7007" y="666"/>
                </a:cubicBezTo>
                <a:cubicBezTo>
                  <a:pt x="10907" y="-749"/>
                  <a:pt x="15586" y="18"/>
                  <a:pt x="18852" y="3666"/>
                </a:cubicBezTo>
                <a:cubicBezTo>
                  <a:pt x="19974" y="4919"/>
                  <a:pt x="20705" y="6356"/>
                  <a:pt x="21094" y="7850"/>
                </a:cubicBezTo>
                <a:cubicBezTo>
                  <a:pt x="21476" y="9323"/>
                  <a:pt x="21526" y="10854"/>
                  <a:pt x="21272" y="12327"/>
                </a:cubicBezTo>
                <a:cubicBezTo>
                  <a:pt x="20780" y="15178"/>
                  <a:pt x="19147" y="17844"/>
                  <a:pt x="16446" y="19576"/>
                </a:cubicBezTo>
                <a:lnTo>
                  <a:pt x="17659" y="20851"/>
                </a:lnTo>
                <a:lnTo>
                  <a:pt x="11189" y="20851"/>
                </a:lnTo>
                <a:lnTo>
                  <a:pt x="11189" y="14426"/>
                </a:lnTo>
                <a:lnTo>
                  <a:pt x="12489" y="15726"/>
                </a:lnTo>
                <a:cubicBezTo>
                  <a:pt x="14377" y="15044"/>
                  <a:pt x="15587" y="13538"/>
                  <a:pt x="16008" y="11843"/>
                </a:cubicBezTo>
                <a:cubicBezTo>
                  <a:pt x="16411" y="10218"/>
                  <a:pt x="16091" y="8391"/>
                  <a:pt x="14774" y="6995"/>
                </a:cubicBezTo>
                <a:cubicBezTo>
                  <a:pt x="12838" y="4944"/>
                  <a:pt x="10165" y="4773"/>
                  <a:pt x="8134" y="5864"/>
                </a:cubicBezTo>
                <a:cubicBezTo>
                  <a:pt x="7076" y="6433"/>
                  <a:pt x="6213" y="7336"/>
                  <a:pt x="5717" y="8432"/>
                </a:cubicBezTo>
                <a:cubicBezTo>
                  <a:pt x="5210" y="9552"/>
                  <a:pt x="5082" y="10878"/>
                  <a:pt x="5520" y="12293"/>
                </a:cubicBezTo>
                <a:cubicBezTo>
                  <a:pt x="4660" y="11758"/>
                  <a:pt x="3725" y="11352"/>
                  <a:pt x="2745" y="11089"/>
                </a:cubicBezTo>
                <a:cubicBezTo>
                  <a:pt x="1851" y="10849"/>
                  <a:pt x="928" y="10730"/>
                  <a:pt x="1" y="1073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35" name="Google Shape;135;p26"/>
          <p:cNvSpPr txBox="1">
            <a:spLocks noGrp="1"/>
          </p:cNvSpPr>
          <p:nvPr>
            <p:ph type="subTitle" idx="1"/>
          </p:nvPr>
        </p:nvSpPr>
        <p:spPr>
          <a:xfrm>
            <a:off x="6368675" y="1394975"/>
            <a:ext cx="2318400" cy="12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Open Sans Medium"/>
              <a:buNone/>
              <a:defRPr sz="12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6"/>
          <p:cNvSpPr/>
          <p:nvPr/>
        </p:nvSpPr>
        <p:spPr>
          <a:xfrm>
            <a:off x="2902137" y="2119803"/>
            <a:ext cx="1623326" cy="1665656"/>
          </a:xfrm>
          <a:custGeom>
            <a:avLst/>
            <a:gdLst/>
            <a:ahLst/>
            <a:cxnLst/>
            <a:rect l="l" t="t" r="r" b="b"/>
            <a:pathLst>
              <a:path w="21501" h="20867" extrusionOk="0">
                <a:moveTo>
                  <a:pt x="21501" y="3787"/>
                </a:moveTo>
                <a:lnTo>
                  <a:pt x="21501" y="9990"/>
                </a:lnTo>
                <a:lnTo>
                  <a:pt x="14929" y="9990"/>
                </a:lnTo>
                <a:lnTo>
                  <a:pt x="16281" y="8704"/>
                </a:lnTo>
                <a:cubicBezTo>
                  <a:pt x="14580" y="4140"/>
                  <a:pt x="7864" y="3920"/>
                  <a:pt x="5837" y="8362"/>
                </a:cubicBezTo>
                <a:cubicBezTo>
                  <a:pt x="4878" y="10464"/>
                  <a:pt x="5470" y="12605"/>
                  <a:pt x="6862" y="14040"/>
                </a:cubicBezTo>
                <a:cubicBezTo>
                  <a:pt x="8248" y="15468"/>
                  <a:pt x="10429" y="16200"/>
                  <a:pt x="12713" y="15502"/>
                </a:cubicBezTo>
                <a:cubicBezTo>
                  <a:pt x="12159" y="16331"/>
                  <a:pt x="11733" y="17232"/>
                  <a:pt x="11448" y="18175"/>
                </a:cubicBezTo>
                <a:cubicBezTo>
                  <a:pt x="11183" y="19051"/>
                  <a:pt x="11042" y="19956"/>
                  <a:pt x="11027" y="20867"/>
                </a:cubicBezTo>
                <a:cubicBezTo>
                  <a:pt x="7844" y="20900"/>
                  <a:pt x="4992" y="19642"/>
                  <a:pt x="2992" y="17624"/>
                </a:cubicBezTo>
                <a:cubicBezTo>
                  <a:pt x="1979" y="16603"/>
                  <a:pt x="1184" y="15386"/>
                  <a:pt x="666" y="14048"/>
                </a:cubicBezTo>
                <a:cubicBezTo>
                  <a:pt x="145" y="12705"/>
                  <a:pt x="-99" y="11235"/>
                  <a:pt x="38" y="9702"/>
                </a:cubicBezTo>
                <a:cubicBezTo>
                  <a:pt x="256" y="7262"/>
                  <a:pt x="1257" y="5184"/>
                  <a:pt x="2727" y="3588"/>
                </a:cubicBezTo>
                <a:cubicBezTo>
                  <a:pt x="4232" y="1956"/>
                  <a:pt x="6226" y="831"/>
                  <a:pt x="8406" y="316"/>
                </a:cubicBezTo>
                <a:cubicBezTo>
                  <a:pt x="12706" y="-700"/>
                  <a:pt x="17572" y="711"/>
                  <a:pt x="20335" y="4861"/>
                </a:cubicBezTo>
                <a:lnTo>
                  <a:pt x="21501" y="3787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37" name="Google Shape;137;p26"/>
          <p:cNvSpPr/>
          <p:nvPr/>
        </p:nvSpPr>
        <p:spPr>
          <a:xfrm>
            <a:off x="4601972" y="2120103"/>
            <a:ext cx="1639864" cy="1665623"/>
          </a:xfrm>
          <a:custGeom>
            <a:avLst/>
            <a:gdLst/>
            <a:ahLst/>
            <a:cxnLst/>
            <a:rect l="l" t="t" r="r" b="b"/>
            <a:pathLst>
              <a:path w="21467" h="21208" extrusionOk="0">
                <a:moveTo>
                  <a:pt x="10372" y="3"/>
                </a:moveTo>
                <a:cubicBezTo>
                  <a:pt x="10348" y="975"/>
                  <a:pt x="10194" y="1941"/>
                  <a:pt x="9914" y="2875"/>
                </a:cubicBezTo>
                <a:cubicBezTo>
                  <a:pt x="9631" y="3818"/>
                  <a:pt x="9222" y="4720"/>
                  <a:pt x="8697" y="5558"/>
                </a:cubicBezTo>
                <a:cubicBezTo>
                  <a:pt x="10843" y="4811"/>
                  <a:pt x="12957" y="5403"/>
                  <a:pt x="14390" y="6707"/>
                </a:cubicBezTo>
                <a:cubicBezTo>
                  <a:pt x="15803" y="7993"/>
                  <a:pt x="16564" y="9984"/>
                  <a:pt x="15935" y="12092"/>
                </a:cubicBezTo>
                <a:cubicBezTo>
                  <a:pt x="15185" y="14609"/>
                  <a:pt x="13018" y="15950"/>
                  <a:pt x="10791" y="16004"/>
                </a:cubicBezTo>
                <a:cubicBezTo>
                  <a:pt x="9683" y="16031"/>
                  <a:pt x="8573" y="15737"/>
                  <a:pt x="7616" y="15155"/>
                </a:cubicBezTo>
                <a:cubicBezTo>
                  <a:pt x="6612" y="14545"/>
                  <a:pt x="5769" y="13615"/>
                  <a:pt x="5249" y="12354"/>
                </a:cubicBezTo>
                <a:lnTo>
                  <a:pt x="6505" y="11107"/>
                </a:lnTo>
                <a:lnTo>
                  <a:pt x="0" y="11107"/>
                </a:lnTo>
                <a:lnTo>
                  <a:pt x="0" y="17436"/>
                </a:lnTo>
                <a:lnTo>
                  <a:pt x="1358" y="16110"/>
                </a:lnTo>
                <a:cubicBezTo>
                  <a:pt x="3668" y="19863"/>
                  <a:pt x="7726" y="21521"/>
                  <a:pt x="11614" y="21159"/>
                </a:cubicBezTo>
                <a:cubicBezTo>
                  <a:pt x="13439" y="20989"/>
                  <a:pt x="15221" y="20372"/>
                  <a:pt x="16771" y="19348"/>
                </a:cubicBezTo>
                <a:cubicBezTo>
                  <a:pt x="18313" y="18329"/>
                  <a:pt x="19638" y="16901"/>
                  <a:pt x="20512" y="15040"/>
                </a:cubicBezTo>
                <a:cubicBezTo>
                  <a:pt x="21361" y="13233"/>
                  <a:pt x="21600" y="11358"/>
                  <a:pt x="21401" y="9578"/>
                </a:cubicBezTo>
                <a:cubicBezTo>
                  <a:pt x="21204" y="7817"/>
                  <a:pt x="20575" y="6137"/>
                  <a:pt x="19586" y="4691"/>
                </a:cubicBezTo>
                <a:cubicBezTo>
                  <a:pt x="17644" y="1852"/>
                  <a:pt x="14322" y="-79"/>
                  <a:pt x="10372" y="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7F7F7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38" name="Google Shape;138;p26"/>
          <p:cNvSpPr/>
          <p:nvPr/>
        </p:nvSpPr>
        <p:spPr>
          <a:xfrm>
            <a:off x="3733047" y="2990677"/>
            <a:ext cx="1662404" cy="1639761"/>
          </a:xfrm>
          <a:custGeom>
            <a:avLst/>
            <a:gdLst/>
            <a:ahLst/>
            <a:cxnLst/>
            <a:rect l="l" t="t" r="r" b="b"/>
            <a:pathLst>
              <a:path w="21501" h="21446" extrusionOk="0">
                <a:moveTo>
                  <a:pt x="3765" y="0"/>
                </a:moveTo>
                <a:lnTo>
                  <a:pt x="10283" y="0"/>
                </a:lnTo>
                <a:lnTo>
                  <a:pt x="10283" y="6590"/>
                </a:lnTo>
                <a:lnTo>
                  <a:pt x="8990" y="5343"/>
                </a:lnTo>
                <a:cubicBezTo>
                  <a:pt x="7519" y="5878"/>
                  <a:pt x="6512" y="6832"/>
                  <a:pt x="5929" y="7968"/>
                </a:cubicBezTo>
                <a:cubicBezTo>
                  <a:pt x="5337" y="9121"/>
                  <a:pt x="5179" y="10464"/>
                  <a:pt x="5446" y="11727"/>
                </a:cubicBezTo>
                <a:cubicBezTo>
                  <a:pt x="5970" y="14204"/>
                  <a:pt x="8090" y="16272"/>
                  <a:pt x="11243" y="16062"/>
                </a:cubicBezTo>
                <a:cubicBezTo>
                  <a:pt x="12115" y="16003"/>
                  <a:pt x="12895" y="15724"/>
                  <a:pt x="13572" y="15302"/>
                </a:cubicBezTo>
                <a:cubicBezTo>
                  <a:pt x="14286" y="14856"/>
                  <a:pt x="14889" y="14248"/>
                  <a:pt x="15335" y="13548"/>
                </a:cubicBezTo>
                <a:cubicBezTo>
                  <a:pt x="16207" y="12178"/>
                  <a:pt x="16504" y="10431"/>
                  <a:pt x="15928" y="8703"/>
                </a:cubicBezTo>
                <a:cubicBezTo>
                  <a:pt x="16792" y="9263"/>
                  <a:pt x="17732" y="9692"/>
                  <a:pt x="18718" y="9979"/>
                </a:cubicBezTo>
                <a:cubicBezTo>
                  <a:pt x="19623" y="10242"/>
                  <a:pt x="20559" y="10383"/>
                  <a:pt x="21501" y="10396"/>
                </a:cubicBezTo>
                <a:cubicBezTo>
                  <a:pt x="21505" y="12780"/>
                  <a:pt x="20816" y="14901"/>
                  <a:pt x="19662" y="16639"/>
                </a:cubicBezTo>
                <a:cubicBezTo>
                  <a:pt x="18516" y="18366"/>
                  <a:pt x="16908" y="19721"/>
                  <a:pt x="15053" y="20543"/>
                </a:cubicBezTo>
                <a:cubicBezTo>
                  <a:pt x="13325" y="21308"/>
                  <a:pt x="11408" y="21600"/>
                  <a:pt x="9505" y="21369"/>
                </a:cubicBezTo>
                <a:cubicBezTo>
                  <a:pt x="7408" y="21114"/>
                  <a:pt x="5325" y="20227"/>
                  <a:pt x="3541" y="18603"/>
                </a:cubicBezTo>
                <a:cubicBezTo>
                  <a:pt x="2210" y="17392"/>
                  <a:pt x="1279" y="15930"/>
                  <a:pt x="702" y="14376"/>
                </a:cubicBezTo>
                <a:cubicBezTo>
                  <a:pt x="131" y="12837"/>
                  <a:pt x="-95" y="11201"/>
                  <a:pt x="36" y="9594"/>
                </a:cubicBezTo>
                <a:cubicBezTo>
                  <a:pt x="300" y="6352"/>
                  <a:pt x="2013" y="3238"/>
                  <a:pt x="5065" y="1365"/>
                </a:cubicBezTo>
                <a:lnTo>
                  <a:pt x="3765" y="0"/>
                </a:lnTo>
                <a:close/>
              </a:path>
            </a:pathLst>
          </a:custGeom>
          <a:solidFill>
            <a:srgbClr val="437DB2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39" name="Google Shape;139;p26"/>
          <p:cNvSpPr/>
          <p:nvPr/>
        </p:nvSpPr>
        <p:spPr>
          <a:xfrm>
            <a:off x="3736306" y="1917865"/>
            <a:ext cx="423758" cy="316332"/>
          </a:xfrm>
          <a:custGeom>
            <a:avLst/>
            <a:gdLst/>
            <a:ahLst/>
            <a:cxnLst/>
            <a:rect l="l" t="t" r="r" b="b"/>
            <a:pathLst>
              <a:path w="21579" h="21600" extrusionOk="0">
                <a:moveTo>
                  <a:pt x="21579" y="21600"/>
                </a:moveTo>
                <a:cubicBezTo>
                  <a:pt x="20965" y="19090"/>
                  <a:pt x="20631" y="16471"/>
                  <a:pt x="20586" y="13829"/>
                </a:cubicBezTo>
                <a:cubicBezTo>
                  <a:pt x="20543" y="11244"/>
                  <a:pt x="20778" y="8664"/>
                  <a:pt x="21284" y="6170"/>
                </a:cubicBezTo>
                <a:cubicBezTo>
                  <a:pt x="18128" y="4224"/>
                  <a:pt x="14832" y="2720"/>
                  <a:pt x="11448" y="1683"/>
                </a:cubicBezTo>
                <a:cubicBezTo>
                  <a:pt x="8066" y="648"/>
                  <a:pt x="4614" y="84"/>
                  <a:pt x="1146" y="0"/>
                </a:cubicBezTo>
                <a:cubicBezTo>
                  <a:pt x="743" y="2263"/>
                  <a:pt x="445" y="4557"/>
                  <a:pt x="254" y="6870"/>
                </a:cubicBezTo>
                <a:cubicBezTo>
                  <a:pt x="62" y="9193"/>
                  <a:pt x="-21" y="11531"/>
                  <a:pt x="5" y="13868"/>
                </a:cubicBezTo>
                <a:cubicBezTo>
                  <a:pt x="3936" y="13809"/>
                  <a:pt x="7854" y="14499"/>
                  <a:pt x="11642" y="15919"/>
                </a:cubicBezTo>
                <a:cubicBezTo>
                  <a:pt x="15124" y="17224"/>
                  <a:pt x="18464" y="19134"/>
                  <a:pt x="21579" y="216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7F7F7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0" name="Google Shape;140;p26"/>
          <p:cNvSpPr/>
          <p:nvPr/>
        </p:nvSpPr>
        <p:spPr>
          <a:xfrm>
            <a:off x="3532785" y="3357930"/>
            <a:ext cx="325512" cy="426509"/>
          </a:xfrm>
          <a:custGeom>
            <a:avLst/>
            <a:gdLst/>
            <a:ahLst/>
            <a:cxnLst/>
            <a:rect l="l" t="t" r="r" b="b"/>
            <a:pathLst>
              <a:path w="21600" h="21579" extrusionOk="0">
                <a:moveTo>
                  <a:pt x="21600" y="0"/>
                </a:moveTo>
                <a:cubicBezTo>
                  <a:pt x="19109" y="597"/>
                  <a:pt x="16522" y="932"/>
                  <a:pt x="13913" y="995"/>
                </a:cubicBezTo>
                <a:cubicBezTo>
                  <a:pt x="11327" y="1058"/>
                  <a:pt x="8742" y="853"/>
                  <a:pt x="6227" y="387"/>
                </a:cubicBezTo>
                <a:cubicBezTo>
                  <a:pt x="4357" y="3529"/>
                  <a:pt x="2888" y="6802"/>
                  <a:pt x="1843" y="10161"/>
                </a:cubicBezTo>
                <a:cubicBezTo>
                  <a:pt x="803" y="13498"/>
                  <a:pt x="186" y="16905"/>
                  <a:pt x="0" y="20333"/>
                </a:cubicBezTo>
                <a:cubicBezTo>
                  <a:pt x="2248" y="20780"/>
                  <a:pt x="4534" y="21109"/>
                  <a:pt x="6842" y="21316"/>
                </a:cubicBezTo>
                <a:cubicBezTo>
                  <a:pt x="9039" y="21513"/>
                  <a:pt x="11250" y="21600"/>
                  <a:pt x="13462" y="21575"/>
                </a:cubicBezTo>
                <a:cubicBezTo>
                  <a:pt x="13546" y="17890"/>
                  <a:pt x="14247" y="14228"/>
                  <a:pt x="15549" y="10679"/>
                </a:cubicBezTo>
                <a:cubicBezTo>
                  <a:pt x="16926" y="6926"/>
                  <a:pt x="18961" y="3334"/>
                  <a:pt x="216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7F7F7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1" name="Google Shape;141;p26"/>
          <p:cNvSpPr/>
          <p:nvPr/>
        </p:nvSpPr>
        <p:spPr>
          <a:xfrm>
            <a:off x="4965248" y="3654331"/>
            <a:ext cx="427165" cy="337446"/>
          </a:xfrm>
          <a:custGeom>
            <a:avLst/>
            <a:gdLst/>
            <a:ahLst/>
            <a:cxnLst/>
            <a:rect l="l" t="t" r="r" b="b"/>
            <a:pathLst>
              <a:path w="21574" h="21600" extrusionOk="0">
                <a:moveTo>
                  <a:pt x="21568" y="8485"/>
                </a:moveTo>
                <a:cubicBezTo>
                  <a:pt x="21600" y="10739"/>
                  <a:pt x="21515" y="12993"/>
                  <a:pt x="21313" y="15232"/>
                </a:cubicBezTo>
                <a:cubicBezTo>
                  <a:pt x="21120" y="17377"/>
                  <a:pt x="20820" y="19504"/>
                  <a:pt x="20415" y="21600"/>
                </a:cubicBezTo>
                <a:cubicBezTo>
                  <a:pt x="17022" y="21426"/>
                  <a:pt x="13651" y="20820"/>
                  <a:pt x="10352" y="19792"/>
                </a:cubicBezTo>
                <a:cubicBezTo>
                  <a:pt x="7008" y="18749"/>
                  <a:pt x="3756" y="17277"/>
                  <a:pt x="646" y="15398"/>
                </a:cubicBezTo>
                <a:cubicBezTo>
                  <a:pt x="1044" y="12939"/>
                  <a:pt x="1202" y="10426"/>
                  <a:pt x="1114" y="7918"/>
                </a:cubicBezTo>
                <a:cubicBezTo>
                  <a:pt x="1020" y="5228"/>
                  <a:pt x="646" y="2565"/>
                  <a:pt x="0" y="0"/>
                </a:cubicBezTo>
                <a:cubicBezTo>
                  <a:pt x="3333" y="2760"/>
                  <a:pt x="6962" y="4892"/>
                  <a:pt x="10774" y="6331"/>
                </a:cubicBezTo>
                <a:cubicBezTo>
                  <a:pt x="14281" y="7655"/>
                  <a:pt x="17911" y="8379"/>
                  <a:pt x="21568" y="8485"/>
                </a:cubicBezTo>
                <a:close/>
              </a:path>
            </a:pathLst>
          </a:custGeom>
          <a:solidFill>
            <a:srgbClr val="325D85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7F7F7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2" name="Google Shape;142;p26"/>
          <p:cNvSpPr/>
          <p:nvPr/>
        </p:nvSpPr>
        <p:spPr>
          <a:xfrm>
            <a:off x="5263221" y="2119823"/>
            <a:ext cx="332640" cy="436981"/>
          </a:xfrm>
          <a:custGeom>
            <a:avLst/>
            <a:gdLst/>
            <a:ahLst/>
            <a:cxnLst/>
            <a:rect l="l" t="t" r="r" b="b"/>
            <a:pathLst>
              <a:path w="21600" h="21566" extrusionOk="0">
                <a:moveTo>
                  <a:pt x="21600" y="971"/>
                </a:moveTo>
                <a:cubicBezTo>
                  <a:pt x="21515" y="4369"/>
                  <a:pt x="20965" y="7751"/>
                  <a:pt x="19961" y="11062"/>
                </a:cubicBezTo>
                <a:cubicBezTo>
                  <a:pt x="18948" y="14404"/>
                  <a:pt x="17476" y="17656"/>
                  <a:pt x="15571" y="20764"/>
                </a:cubicBezTo>
                <a:cubicBezTo>
                  <a:pt x="13115" y="20381"/>
                  <a:pt x="10605" y="20240"/>
                  <a:pt x="8102" y="20343"/>
                </a:cubicBezTo>
                <a:cubicBezTo>
                  <a:pt x="5339" y="20458"/>
                  <a:pt x="2612" y="20869"/>
                  <a:pt x="0" y="21566"/>
                </a:cubicBezTo>
                <a:cubicBezTo>
                  <a:pt x="2626" y="18367"/>
                  <a:pt x="4673" y="14912"/>
                  <a:pt x="6083" y="11294"/>
                </a:cubicBezTo>
                <a:cubicBezTo>
                  <a:pt x="7509" y="7635"/>
                  <a:pt x="8272" y="3844"/>
                  <a:pt x="8350" y="27"/>
                </a:cubicBezTo>
                <a:cubicBezTo>
                  <a:pt x="10487" y="-34"/>
                  <a:pt x="12628" y="8"/>
                  <a:pt x="14759" y="151"/>
                </a:cubicBezTo>
                <a:cubicBezTo>
                  <a:pt x="17061" y="306"/>
                  <a:pt x="19346" y="580"/>
                  <a:pt x="21600" y="97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7F7F7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3" name="Google Shape;143;p26"/>
          <p:cNvSpPr txBox="1"/>
          <p:nvPr/>
        </p:nvSpPr>
        <p:spPr>
          <a:xfrm>
            <a:off x="4418481" y="1943276"/>
            <a:ext cx="3207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sz="1500"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4387426" y="3677818"/>
            <a:ext cx="3783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sz="1500"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5244434" y="2819875"/>
            <a:ext cx="3702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sz="1500"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26"/>
          <p:cNvSpPr txBox="1"/>
          <p:nvPr/>
        </p:nvSpPr>
        <p:spPr>
          <a:xfrm>
            <a:off x="3497093" y="2819875"/>
            <a:ext cx="3969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sz="1500"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26"/>
          <p:cNvSpPr txBox="1">
            <a:spLocks noGrp="1"/>
          </p:cNvSpPr>
          <p:nvPr>
            <p:ph type="subTitle" idx="2"/>
          </p:nvPr>
        </p:nvSpPr>
        <p:spPr>
          <a:xfrm>
            <a:off x="6368675" y="3321975"/>
            <a:ext cx="2318400" cy="12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Open Sans Medium"/>
              <a:buNone/>
              <a:defRPr sz="12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6"/>
          <p:cNvSpPr txBox="1">
            <a:spLocks noGrp="1"/>
          </p:cNvSpPr>
          <p:nvPr>
            <p:ph type="subTitle" idx="3"/>
          </p:nvPr>
        </p:nvSpPr>
        <p:spPr>
          <a:xfrm>
            <a:off x="470725" y="1394975"/>
            <a:ext cx="2318400" cy="12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Open Sans Medium"/>
              <a:buNone/>
              <a:defRPr sz="12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6"/>
          <p:cNvSpPr txBox="1">
            <a:spLocks noGrp="1"/>
          </p:cNvSpPr>
          <p:nvPr>
            <p:ph type="subTitle" idx="4"/>
          </p:nvPr>
        </p:nvSpPr>
        <p:spPr>
          <a:xfrm>
            <a:off x="470725" y="3321975"/>
            <a:ext cx="2318400" cy="12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Open Sans Medium"/>
              <a:buNone/>
              <a:defRPr sz="12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6"/>
          <p:cNvSpPr txBox="1">
            <a:spLocks noGrp="1"/>
          </p:cNvSpPr>
          <p:nvPr>
            <p:ph type="title"/>
          </p:nvPr>
        </p:nvSpPr>
        <p:spPr>
          <a:xfrm>
            <a:off x="1245150" y="401725"/>
            <a:ext cx="6653700" cy="42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ints 5_1">
  <p:cSld name="CUSTOM_2_1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>
            <a:spLocks noGrp="1"/>
          </p:cNvSpPr>
          <p:nvPr>
            <p:ph type="subTitle" idx="1"/>
          </p:nvPr>
        </p:nvSpPr>
        <p:spPr>
          <a:xfrm>
            <a:off x="6354875" y="1183150"/>
            <a:ext cx="2318400" cy="99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53" name="Google Shape;153;p27"/>
          <p:cNvSpPr txBox="1">
            <a:spLocks noGrp="1"/>
          </p:cNvSpPr>
          <p:nvPr>
            <p:ph type="subTitle" idx="2"/>
          </p:nvPr>
        </p:nvSpPr>
        <p:spPr>
          <a:xfrm>
            <a:off x="6354875" y="2399350"/>
            <a:ext cx="2318400" cy="104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54" name="Google Shape;154;p27"/>
          <p:cNvSpPr txBox="1">
            <a:spLocks noGrp="1"/>
          </p:cNvSpPr>
          <p:nvPr>
            <p:ph type="subTitle" idx="3"/>
          </p:nvPr>
        </p:nvSpPr>
        <p:spPr>
          <a:xfrm>
            <a:off x="456925" y="1278100"/>
            <a:ext cx="2318400" cy="12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55" name="Google Shape;155;p27"/>
          <p:cNvSpPr txBox="1">
            <a:spLocks noGrp="1"/>
          </p:cNvSpPr>
          <p:nvPr>
            <p:ph type="subTitle" idx="4"/>
          </p:nvPr>
        </p:nvSpPr>
        <p:spPr>
          <a:xfrm>
            <a:off x="470725" y="3321975"/>
            <a:ext cx="2318400" cy="12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56" name="Google Shape;156;p27"/>
          <p:cNvSpPr txBox="1">
            <a:spLocks noGrp="1"/>
          </p:cNvSpPr>
          <p:nvPr>
            <p:ph type="title"/>
          </p:nvPr>
        </p:nvSpPr>
        <p:spPr>
          <a:xfrm>
            <a:off x="1245150" y="401725"/>
            <a:ext cx="6653700" cy="42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grpSp>
        <p:nvGrpSpPr>
          <p:cNvPr id="157" name="Google Shape;157;p27"/>
          <p:cNvGrpSpPr/>
          <p:nvPr/>
        </p:nvGrpSpPr>
        <p:grpSpPr>
          <a:xfrm>
            <a:off x="3095387" y="1241947"/>
            <a:ext cx="2953226" cy="2951755"/>
            <a:chOff x="3102287" y="1429998"/>
            <a:chExt cx="2953226" cy="2951755"/>
          </a:xfrm>
        </p:grpSpPr>
        <p:sp>
          <p:nvSpPr>
            <p:cNvPr id="158" name="Google Shape;158;p27"/>
            <p:cNvSpPr/>
            <p:nvPr/>
          </p:nvSpPr>
          <p:spPr>
            <a:xfrm>
              <a:off x="4016728" y="1429998"/>
              <a:ext cx="1634040" cy="1193736"/>
            </a:xfrm>
            <a:custGeom>
              <a:avLst/>
              <a:gdLst/>
              <a:ahLst/>
              <a:cxnLst/>
              <a:rect l="l" t="t" r="r" b="b"/>
              <a:pathLst>
                <a:path w="21600" h="21010" extrusionOk="0">
                  <a:moveTo>
                    <a:pt x="21600" y="8145"/>
                  </a:moveTo>
                  <a:cubicBezTo>
                    <a:pt x="19118" y="4624"/>
                    <a:pt x="15943" y="2102"/>
                    <a:pt x="12437" y="865"/>
                  </a:cubicBezTo>
                  <a:cubicBezTo>
                    <a:pt x="8312" y="-590"/>
                    <a:pt x="3942" y="-201"/>
                    <a:pt x="0" y="1973"/>
                  </a:cubicBezTo>
                  <a:lnTo>
                    <a:pt x="0" y="21010"/>
                  </a:lnTo>
                  <a:cubicBezTo>
                    <a:pt x="500" y="19693"/>
                    <a:pt x="1192" y="18521"/>
                    <a:pt x="2034" y="17562"/>
                  </a:cubicBezTo>
                  <a:cubicBezTo>
                    <a:pt x="2905" y="16572"/>
                    <a:pt x="3919" y="15829"/>
                    <a:pt x="5014" y="15380"/>
                  </a:cubicBezTo>
                  <a:lnTo>
                    <a:pt x="21600" y="81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4275" tIns="14275" rIns="14275" bIns="1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59" name="Google Shape;159;p27"/>
            <p:cNvSpPr/>
            <p:nvPr/>
          </p:nvSpPr>
          <p:spPr>
            <a:xfrm>
              <a:off x="3102287" y="1570339"/>
              <a:ext cx="1038072" cy="1787832"/>
            </a:xfrm>
            <a:custGeom>
              <a:avLst/>
              <a:gdLst/>
              <a:ahLst/>
              <a:cxnLst/>
              <a:rect l="l" t="t" r="r" b="b"/>
              <a:pathLst>
                <a:path w="21156" h="21600" extrusionOk="0">
                  <a:moveTo>
                    <a:pt x="17200" y="0"/>
                  </a:moveTo>
                  <a:cubicBezTo>
                    <a:pt x="12221" y="1401"/>
                    <a:pt x="7988" y="3585"/>
                    <a:pt x="4962" y="6316"/>
                  </a:cubicBezTo>
                  <a:cubicBezTo>
                    <a:pt x="1268" y="9650"/>
                    <a:pt x="-444" y="13619"/>
                    <a:pt x="98" y="17595"/>
                  </a:cubicBezTo>
                  <a:lnTo>
                    <a:pt x="21156" y="21600"/>
                  </a:lnTo>
                  <a:cubicBezTo>
                    <a:pt x="19937" y="20911"/>
                    <a:pt x="18965" y="20084"/>
                    <a:pt x="18298" y="19168"/>
                  </a:cubicBezTo>
                  <a:cubicBezTo>
                    <a:pt x="17547" y="18136"/>
                    <a:pt x="17200" y="17017"/>
                    <a:pt x="17283" y="15894"/>
                  </a:cubicBezTo>
                  <a:lnTo>
                    <a:pt x="1720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4275" tIns="14275" rIns="14275" bIns="1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60" name="Google Shape;160;p27"/>
            <p:cNvSpPr/>
            <p:nvPr/>
          </p:nvSpPr>
          <p:spPr>
            <a:xfrm>
              <a:off x="3115511" y="3097809"/>
              <a:ext cx="1752732" cy="124578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6445"/>
                  </a:moveTo>
                  <a:lnTo>
                    <a:pt x="13829" y="21600"/>
                  </a:lnTo>
                  <a:cubicBezTo>
                    <a:pt x="10009" y="20297"/>
                    <a:pt x="6587" y="17300"/>
                    <a:pt x="4071" y="13051"/>
                  </a:cubicBezTo>
                  <a:cubicBezTo>
                    <a:pt x="1866" y="9328"/>
                    <a:pt x="455" y="4804"/>
                    <a:pt x="0" y="0"/>
                  </a:cubicBezTo>
                  <a:lnTo>
                    <a:pt x="15759" y="7124"/>
                  </a:lnTo>
                  <a:cubicBezTo>
                    <a:pt x="16726" y="7545"/>
                    <a:pt x="17742" y="7698"/>
                    <a:pt x="18751" y="7576"/>
                  </a:cubicBezTo>
                  <a:cubicBezTo>
                    <a:pt x="19743" y="7456"/>
                    <a:pt x="20710" y="7073"/>
                    <a:pt x="21600" y="64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4275" tIns="14275" rIns="14275" bIns="1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61" name="Google Shape;161;p27"/>
            <p:cNvSpPr/>
            <p:nvPr/>
          </p:nvSpPr>
          <p:spPr>
            <a:xfrm>
              <a:off x="4311781" y="2799840"/>
              <a:ext cx="1526364" cy="1581913"/>
            </a:xfrm>
            <a:custGeom>
              <a:avLst/>
              <a:gdLst/>
              <a:ahLst/>
              <a:cxnLst/>
              <a:rect l="l" t="t" r="r" b="b"/>
              <a:pathLst>
                <a:path w="21600" h="21243" extrusionOk="0">
                  <a:moveTo>
                    <a:pt x="12593" y="0"/>
                  </a:moveTo>
                  <a:lnTo>
                    <a:pt x="21600" y="11784"/>
                  </a:lnTo>
                  <a:cubicBezTo>
                    <a:pt x="19267" y="15419"/>
                    <a:pt x="15759" y="18239"/>
                    <a:pt x="11598" y="19826"/>
                  </a:cubicBezTo>
                  <a:cubicBezTo>
                    <a:pt x="7919" y="21229"/>
                    <a:pt x="3894" y="21600"/>
                    <a:pt x="0" y="20896"/>
                  </a:cubicBezTo>
                  <a:lnTo>
                    <a:pt x="10857" y="6567"/>
                  </a:lnTo>
                  <a:cubicBezTo>
                    <a:pt x="11599" y="5663"/>
                    <a:pt x="12137" y="4623"/>
                    <a:pt x="12439" y="3514"/>
                  </a:cubicBezTo>
                  <a:cubicBezTo>
                    <a:pt x="12751" y="2366"/>
                    <a:pt x="12804" y="1168"/>
                    <a:pt x="125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4275" tIns="14275" rIns="14275" bIns="1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62" name="Google Shape;162;p27"/>
            <p:cNvSpPr/>
            <p:nvPr/>
          </p:nvSpPr>
          <p:spPr>
            <a:xfrm>
              <a:off x="4676823" y="1946286"/>
              <a:ext cx="1378690" cy="1668222"/>
            </a:xfrm>
            <a:custGeom>
              <a:avLst/>
              <a:gdLst/>
              <a:ahLst/>
              <a:cxnLst/>
              <a:rect l="l" t="t" r="r" b="b"/>
              <a:pathLst>
                <a:path w="21337" h="21600" extrusionOk="0">
                  <a:moveTo>
                    <a:pt x="0" y="4387"/>
                  </a:moveTo>
                  <a:lnTo>
                    <a:pt x="15846" y="0"/>
                  </a:lnTo>
                  <a:cubicBezTo>
                    <a:pt x="19012" y="3104"/>
                    <a:pt x="20914" y="6970"/>
                    <a:pt x="21275" y="11038"/>
                  </a:cubicBezTo>
                  <a:cubicBezTo>
                    <a:pt x="21600" y="14704"/>
                    <a:pt x="20656" y="18371"/>
                    <a:pt x="18557" y="21600"/>
                  </a:cubicBezTo>
                  <a:lnTo>
                    <a:pt x="6371" y="7619"/>
                  </a:lnTo>
                  <a:cubicBezTo>
                    <a:pt x="5672" y="6816"/>
                    <a:pt x="4801" y="6128"/>
                    <a:pt x="3803" y="5590"/>
                  </a:cubicBezTo>
                  <a:cubicBezTo>
                    <a:pt x="2651" y="4968"/>
                    <a:pt x="1355" y="4558"/>
                    <a:pt x="0" y="438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4275" tIns="14275" rIns="14275" bIns="1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63" name="Google Shape;163;p27"/>
            <p:cNvSpPr txBox="1"/>
            <p:nvPr/>
          </p:nvSpPr>
          <p:spPr>
            <a:xfrm>
              <a:off x="4444343" y="1670781"/>
              <a:ext cx="312300" cy="28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300" tIns="17150" rIns="34300" bIns="171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  <a:endParaRPr sz="1600"/>
            </a:p>
          </p:txBody>
        </p:sp>
        <p:sp>
          <p:nvSpPr>
            <p:cNvPr id="164" name="Google Shape;164;p27"/>
            <p:cNvSpPr txBox="1"/>
            <p:nvPr/>
          </p:nvSpPr>
          <p:spPr>
            <a:xfrm>
              <a:off x="5443660" y="2500224"/>
              <a:ext cx="360600" cy="28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300" tIns="17150" rIns="34300" bIns="171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02</a:t>
              </a:r>
              <a:endParaRPr sz="1600"/>
            </a:p>
          </p:txBody>
        </p:sp>
        <p:sp>
          <p:nvSpPr>
            <p:cNvPr id="165" name="Google Shape;165;p27"/>
            <p:cNvSpPr txBox="1"/>
            <p:nvPr/>
          </p:nvSpPr>
          <p:spPr>
            <a:xfrm>
              <a:off x="4929328" y="3709325"/>
              <a:ext cx="368700" cy="28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300" tIns="17150" rIns="34300" bIns="171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  <a:endParaRPr sz="1600"/>
            </a:p>
          </p:txBody>
        </p:sp>
        <p:sp>
          <p:nvSpPr>
            <p:cNvPr id="166" name="Google Shape;166;p27"/>
            <p:cNvSpPr txBox="1"/>
            <p:nvPr/>
          </p:nvSpPr>
          <p:spPr>
            <a:xfrm>
              <a:off x="3677557" y="3598802"/>
              <a:ext cx="386700" cy="28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300" tIns="17150" rIns="34300" bIns="171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04</a:t>
              </a:r>
              <a:endParaRPr sz="1600"/>
            </a:p>
          </p:txBody>
        </p:sp>
        <p:sp>
          <p:nvSpPr>
            <p:cNvPr id="167" name="Google Shape;167;p27"/>
            <p:cNvSpPr txBox="1"/>
            <p:nvPr/>
          </p:nvSpPr>
          <p:spPr>
            <a:xfrm>
              <a:off x="3395840" y="2345006"/>
              <a:ext cx="380400" cy="28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300" tIns="17150" rIns="34300" bIns="171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05</a:t>
              </a:r>
              <a:endParaRPr sz="1600"/>
            </a:p>
          </p:txBody>
        </p:sp>
      </p:grpSp>
      <p:sp>
        <p:nvSpPr>
          <p:cNvPr id="168" name="Google Shape;168;p27"/>
          <p:cNvSpPr txBox="1">
            <a:spLocks noGrp="1"/>
          </p:cNvSpPr>
          <p:nvPr>
            <p:ph type="subTitle" idx="5"/>
          </p:nvPr>
        </p:nvSpPr>
        <p:spPr>
          <a:xfrm>
            <a:off x="6354875" y="3668350"/>
            <a:ext cx="2318400" cy="12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ints 4_3">
  <p:cSld name="CUSTOM_3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/>
        </p:nvSpPr>
        <p:spPr>
          <a:xfrm>
            <a:off x="563145" y="1498175"/>
            <a:ext cx="47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171" name="Google Shape;171;p28"/>
          <p:cNvSpPr txBox="1">
            <a:spLocks noGrp="1"/>
          </p:cNvSpPr>
          <p:nvPr>
            <p:ph type="title"/>
          </p:nvPr>
        </p:nvSpPr>
        <p:spPr>
          <a:xfrm>
            <a:off x="1245150" y="401725"/>
            <a:ext cx="6653700" cy="42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172" name="Google Shape;172;p28"/>
          <p:cNvSpPr txBox="1">
            <a:spLocks noGrp="1"/>
          </p:cNvSpPr>
          <p:nvPr>
            <p:ph type="subTitle" idx="1"/>
          </p:nvPr>
        </p:nvSpPr>
        <p:spPr>
          <a:xfrm>
            <a:off x="1106375" y="1444225"/>
            <a:ext cx="2881500" cy="13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73" name="Google Shape;173;p28"/>
          <p:cNvSpPr txBox="1"/>
          <p:nvPr/>
        </p:nvSpPr>
        <p:spPr>
          <a:xfrm>
            <a:off x="4944270" y="1498175"/>
            <a:ext cx="47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174" name="Google Shape;174;p28"/>
          <p:cNvSpPr txBox="1">
            <a:spLocks noGrp="1"/>
          </p:cNvSpPr>
          <p:nvPr>
            <p:ph type="subTitle" idx="2"/>
          </p:nvPr>
        </p:nvSpPr>
        <p:spPr>
          <a:xfrm>
            <a:off x="5487500" y="1444225"/>
            <a:ext cx="2881500" cy="13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75" name="Google Shape;175;p28"/>
          <p:cNvSpPr txBox="1"/>
          <p:nvPr/>
        </p:nvSpPr>
        <p:spPr>
          <a:xfrm>
            <a:off x="563145" y="3235425"/>
            <a:ext cx="47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176" name="Google Shape;176;p28"/>
          <p:cNvSpPr txBox="1">
            <a:spLocks noGrp="1"/>
          </p:cNvSpPr>
          <p:nvPr>
            <p:ph type="subTitle" idx="3"/>
          </p:nvPr>
        </p:nvSpPr>
        <p:spPr>
          <a:xfrm>
            <a:off x="1106375" y="3174175"/>
            <a:ext cx="2881500" cy="13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77" name="Google Shape;177;p28"/>
          <p:cNvSpPr txBox="1"/>
          <p:nvPr/>
        </p:nvSpPr>
        <p:spPr>
          <a:xfrm>
            <a:off x="4944270" y="3235425"/>
            <a:ext cx="47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178" name="Google Shape;178;p28"/>
          <p:cNvSpPr txBox="1">
            <a:spLocks noGrp="1"/>
          </p:cNvSpPr>
          <p:nvPr>
            <p:ph type="subTitle" idx="4"/>
          </p:nvPr>
        </p:nvSpPr>
        <p:spPr>
          <a:xfrm>
            <a:off x="5487500" y="3174175"/>
            <a:ext cx="2881500" cy="13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pos="1404">
          <p15:clr>
            <a:srgbClr val="E46962"/>
          </p15:clr>
        </p15:guide>
        <p15:guide id="2" orient="horz" pos="979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Space Grotesk"/>
              <a:buNone/>
              <a:defRPr sz="2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566250" y="1377275"/>
            <a:ext cx="8011500" cy="3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ter Medium"/>
              <a:buChar char="●"/>
              <a:defRPr sz="180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○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■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●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○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■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●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○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■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pos="357">
          <p15:clr>
            <a:srgbClr val="E46962"/>
          </p15:clr>
        </p15:guide>
        <p15:guide id="2" pos="5403">
          <p15:clr>
            <a:srgbClr val="E46962"/>
          </p15:clr>
        </p15:guide>
        <p15:guide id="3" orient="horz" pos="280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8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>
            <a:spLocks noGrp="1"/>
          </p:cNvSpPr>
          <p:nvPr>
            <p:ph type="title"/>
          </p:nvPr>
        </p:nvSpPr>
        <p:spPr>
          <a:xfrm>
            <a:off x="732150" y="1432763"/>
            <a:ext cx="7679700" cy="7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Introduction to GitHub Actions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sp>
        <p:nvSpPr>
          <p:cNvPr id="194" name="Google Shape;194;p31"/>
          <p:cNvSpPr txBox="1">
            <a:spLocks noGrp="1"/>
          </p:cNvSpPr>
          <p:nvPr>
            <p:ph type="body" idx="1"/>
          </p:nvPr>
        </p:nvSpPr>
        <p:spPr>
          <a:xfrm>
            <a:off x="732150" y="2229500"/>
            <a:ext cx="7679700" cy="19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33E30"/>
                </a:solidFill>
                <a:latin typeface="Roboto Medium"/>
                <a:ea typeface="Roboto Medium"/>
                <a:cs typeface="Roboto Medium"/>
                <a:sym typeface="Roboto Medium"/>
              </a:rPr>
              <a:t>This presentation provides an overview of GitHub Actions and its importance in the present scenario. It also discusses the workflow, pros and cons, and integrations with different applications.</a:t>
            </a:r>
            <a:endParaRPr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>
            <a:spLocks noGrp="1"/>
          </p:cNvSpPr>
          <p:nvPr>
            <p:ph type="subTitle" idx="1"/>
          </p:nvPr>
        </p:nvSpPr>
        <p:spPr>
          <a:xfrm>
            <a:off x="6595075" y="2305850"/>
            <a:ext cx="2096100" cy="136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33E30"/>
                </a:solidFill>
                <a:latin typeface="Roboto Medium"/>
                <a:ea typeface="Roboto Medium"/>
                <a:cs typeface="Roboto Medium"/>
                <a:sym typeface="Roboto Medium"/>
              </a:rPr>
              <a:t>It allows you to define custom CI/CD workflows using YAML files.</a:t>
            </a:r>
            <a:endParaRPr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00" name="Google Shape;200;p32"/>
          <p:cNvSpPr txBox="1">
            <a:spLocks noGrp="1"/>
          </p:cNvSpPr>
          <p:nvPr>
            <p:ph type="title"/>
          </p:nvPr>
        </p:nvSpPr>
        <p:spPr>
          <a:xfrm>
            <a:off x="1730850" y="401725"/>
            <a:ext cx="5682300" cy="42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GitHub </a:t>
            </a:r>
            <a:r>
              <a:rPr lang="en" dirty="0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Actions Introduction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sp>
        <p:nvSpPr>
          <p:cNvPr id="201" name="Google Shape;201;p32"/>
          <p:cNvSpPr txBox="1">
            <a:spLocks noGrp="1"/>
          </p:cNvSpPr>
          <p:nvPr>
            <p:ph type="subTitle" idx="2"/>
          </p:nvPr>
        </p:nvSpPr>
        <p:spPr>
          <a:xfrm>
            <a:off x="467425" y="1394975"/>
            <a:ext cx="2198400" cy="8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33E30"/>
                </a:solidFill>
                <a:latin typeface="Roboto Medium"/>
                <a:ea typeface="Roboto Medium"/>
                <a:cs typeface="Roboto Medium"/>
                <a:sym typeface="Roboto Medium"/>
              </a:rPr>
              <a:t>GitHub Actions is a powerful platform for automating software development workflows.</a:t>
            </a:r>
            <a:endParaRPr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02" name="Google Shape;202;p32"/>
          <p:cNvSpPr txBox="1">
            <a:spLocks noGrp="1"/>
          </p:cNvSpPr>
          <p:nvPr>
            <p:ph type="subTitle" idx="3"/>
          </p:nvPr>
        </p:nvSpPr>
        <p:spPr>
          <a:xfrm>
            <a:off x="456700" y="3405075"/>
            <a:ext cx="2361600" cy="88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33E30"/>
                </a:solidFill>
                <a:latin typeface="Roboto Medium"/>
                <a:ea typeface="Roboto Medium"/>
                <a:cs typeface="Roboto Medium"/>
                <a:sym typeface="Roboto Medium"/>
              </a:rPr>
              <a:t>GitHub Actions provides a wide range of pre-built actions and the ability to create your own custom actions.</a:t>
            </a:r>
            <a:endParaRPr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33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7767" r="27762"/>
          <a:stretch/>
        </p:blipFill>
        <p:spPr>
          <a:xfrm>
            <a:off x="0" y="0"/>
            <a:ext cx="3432300" cy="5143500"/>
          </a:xfrm>
          <a:prstGeom prst="roundRect">
            <a:avLst>
              <a:gd name="adj" fmla="val 16667"/>
            </a:avLst>
          </a:prstGeom>
        </p:spPr>
      </p:pic>
      <p:sp>
        <p:nvSpPr>
          <p:cNvPr id="208" name="Google Shape;208;p33"/>
          <p:cNvSpPr txBox="1">
            <a:spLocks noGrp="1"/>
          </p:cNvSpPr>
          <p:nvPr>
            <p:ph type="title"/>
          </p:nvPr>
        </p:nvSpPr>
        <p:spPr>
          <a:xfrm>
            <a:off x="4135200" y="650250"/>
            <a:ext cx="4270500" cy="7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GitHub </a:t>
            </a:r>
            <a:r>
              <a:rPr lang="en" dirty="0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Actions Workflow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sp>
        <p:nvSpPr>
          <p:cNvPr id="209" name="Google Shape;209;p33"/>
          <p:cNvSpPr txBox="1">
            <a:spLocks noGrp="1"/>
          </p:cNvSpPr>
          <p:nvPr>
            <p:ph type="subTitle" idx="1"/>
          </p:nvPr>
        </p:nvSpPr>
        <p:spPr>
          <a:xfrm>
            <a:off x="4678425" y="1687125"/>
            <a:ext cx="37272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33E30"/>
                </a:solidFill>
                <a:latin typeface="Roboto Medium"/>
                <a:ea typeface="Roboto Medium"/>
                <a:cs typeface="Roboto Medium"/>
                <a:sym typeface="Roboto Medium"/>
              </a:rPr>
              <a:t>Workflows can be triggered by events such as pushes to a repository, pull request activity, or scheduled events.</a:t>
            </a:r>
            <a:endParaRPr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10" name="Google Shape;210;p33"/>
          <p:cNvSpPr txBox="1">
            <a:spLocks noGrp="1"/>
          </p:cNvSpPr>
          <p:nvPr>
            <p:ph type="subTitle" idx="3"/>
          </p:nvPr>
        </p:nvSpPr>
        <p:spPr>
          <a:xfrm>
            <a:off x="4678425" y="2726325"/>
            <a:ext cx="37272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33E30"/>
                </a:solidFill>
                <a:latin typeface="Roboto Medium"/>
                <a:ea typeface="Roboto Medium"/>
                <a:cs typeface="Roboto Medium"/>
                <a:sym typeface="Roboto Medium"/>
              </a:rPr>
              <a:t>A GitHub Actions workflow is a set of individual jobs and steps that are executed when specific events occur.</a:t>
            </a:r>
            <a:endParaRPr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 txBox="1">
            <a:spLocks noGrp="1"/>
          </p:cNvSpPr>
          <p:nvPr>
            <p:ph type="subTitle" idx="1"/>
          </p:nvPr>
        </p:nvSpPr>
        <p:spPr>
          <a:xfrm>
            <a:off x="4135200" y="1595175"/>
            <a:ext cx="4176600" cy="19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3E30"/>
              </a:buClr>
              <a:buSzPts val="1300"/>
              <a:buFont typeface="Roboto Medium"/>
              <a:buChar char="●"/>
            </a:pPr>
            <a:r>
              <a:rPr lang="en">
                <a:solidFill>
                  <a:srgbClr val="233E30"/>
                </a:solidFill>
                <a:latin typeface="Roboto Medium"/>
                <a:ea typeface="Roboto Medium"/>
                <a:cs typeface="Roboto Medium"/>
                <a:sym typeface="Roboto Medium"/>
              </a:rPr>
              <a:t>GitHub Actions can be used to create CI/CD workflows to automate the process of building, testing, and deploying applications.</a:t>
            </a:r>
            <a:endParaRPr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457200" lvl="0" indent="-3111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3E30"/>
              </a:buClr>
              <a:buSzPts val="1300"/>
              <a:buFont typeface="Roboto Medium"/>
              <a:buChar char="●"/>
            </a:pPr>
            <a:r>
              <a:rPr lang="en">
                <a:solidFill>
                  <a:srgbClr val="233E30"/>
                </a:solidFill>
                <a:latin typeface="Roboto Medium"/>
                <a:ea typeface="Roboto Medium"/>
                <a:cs typeface="Roboto Medium"/>
                <a:sym typeface="Roboto Medium"/>
              </a:rPr>
              <a:t>It provides the flexibility to define different stages and actions for each stage of the CI/CD pipeline.</a:t>
            </a:r>
            <a:endParaRPr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16" name="Google Shape;216;p34"/>
          <p:cNvSpPr txBox="1">
            <a:spLocks noGrp="1"/>
          </p:cNvSpPr>
          <p:nvPr>
            <p:ph type="title"/>
          </p:nvPr>
        </p:nvSpPr>
        <p:spPr>
          <a:xfrm>
            <a:off x="4135200" y="650250"/>
            <a:ext cx="4270500" cy="7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GitHub </a:t>
            </a:r>
            <a:r>
              <a:rPr lang="en" dirty="0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Actions CI/CD Workflow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>
            <a:spLocks noGrp="1"/>
          </p:cNvSpPr>
          <p:nvPr>
            <p:ph type="subTitle" idx="1"/>
          </p:nvPr>
        </p:nvSpPr>
        <p:spPr>
          <a:xfrm>
            <a:off x="383075" y="1631475"/>
            <a:ext cx="7753500" cy="4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3E30"/>
              </a:buClr>
              <a:buSzPts val="1200"/>
            </a:pPr>
            <a:r>
              <a:rPr lang="en" b="1" dirty="0">
                <a:solidFill>
                  <a:srgbClr val="233E30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Pros:</a:t>
            </a:r>
            <a:endParaRPr b="1"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457200" lvl="0" indent="-3048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3E30"/>
              </a:buClr>
              <a:buSzPts val="1200"/>
              <a:buFont typeface="Roboto Medium"/>
              <a:buChar char="●"/>
            </a:pPr>
            <a:r>
              <a:rPr lang="en" dirty="0">
                <a:solidFill>
                  <a:srgbClr val="233E30"/>
                </a:solidFill>
                <a:latin typeface="Roboto Medium"/>
                <a:ea typeface="Roboto Medium"/>
                <a:cs typeface="Roboto Medium"/>
                <a:sym typeface="Roboto Medium"/>
              </a:rPr>
              <a:t> Easy to setup and integrate with existing projects.</a:t>
            </a:r>
            <a:endParaRPr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457200" lvl="0" indent="-3048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3E30"/>
              </a:buClr>
              <a:buSzPts val="1200"/>
              <a:buFont typeface="Roboto Medium"/>
              <a:buChar char="●"/>
            </a:pPr>
            <a:r>
              <a:rPr lang="en" dirty="0">
                <a:solidFill>
                  <a:srgbClr val="233E30"/>
                </a:solidFill>
                <a:latin typeface="Roboto Medium"/>
                <a:ea typeface="Roboto Medium"/>
                <a:cs typeface="Roboto Medium"/>
                <a:sym typeface="Roboto Medium"/>
              </a:rPr>
              <a:t> Robust ecosystem with a wide range of pre-built actions.</a:t>
            </a:r>
            <a:endParaRPr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457200" lvl="0" indent="-3048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3E30"/>
              </a:buClr>
              <a:buSzPts val="1200"/>
            </a:pPr>
            <a:r>
              <a:rPr lang="en" b="1" dirty="0">
                <a:solidFill>
                  <a:srgbClr val="233E30"/>
                </a:solidFill>
                <a:latin typeface="Roboto Medium"/>
                <a:ea typeface="Roboto Medium"/>
                <a:cs typeface="Roboto Medium"/>
                <a:sym typeface="Roboto Medium"/>
              </a:rPr>
              <a:t>Cons:</a:t>
            </a:r>
            <a:endParaRPr b="1"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457200" lvl="0" indent="-3048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3E30"/>
              </a:buClr>
              <a:buSzPts val="1200"/>
              <a:buFont typeface="Roboto Medium"/>
              <a:buChar char="●"/>
            </a:pPr>
            <a:r>
              <a:rPr lang="en" dirty="0">
                <a:solidFill>
                  <a:srgbClr val="233E30"/>
                </a:solidFill>
                <a:latin typeface="Roboto Medium"/>
                <a:ea typeface="Roboto Medium"/>
                <a:cs typeface="Roboto Medium"/>
                <a:sym typeface="Roboto Medium"/>
              </a:rPr>
              <a:t> Learning curve for writing complex workflows.</a:t>
            </a:r>
            <a:endParaRPr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457200" lvl="0" indent="-3048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3E30"/>
              </a:buClr>
              <a:buSzPts val="1200"/>
              <a:buFont typeface="Roboto Medium"/>
              <a:buChar char="●"/>
            </a:pPr>
            <a:r>
              <a:rPr lang="en" dirty="0">
                <a:solidFill>
                  <a:srgbClr val="233E30"/>
                </a:solidFill>
                <a:latin typeface="Roboto Medium"/>
                <a:ea typeface="Roboto Medium"/>
                <a:cs typeface="Roboto Medium"/>
                <a:sym typeface="Roboto Medium"/>
              </a:rPr>
              <a:t> Limited execution time for workflows running on public repositories.</a:t>
            </a:r>
            <a:endParaRPr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22" name="Google Shape;222;p35"/>
          <p:cNvSpPr txBox="1">
            <a:spLocks noGrp="1"/>
          </p:cNvSpPr>
          <p:nvPr>
            <p:ph type="title"/>
          </p:nvPr>
        </p:nvSpPr>
        <p:spPr>
          <a:xfrm>
            <a:off x="383075" y="900950"/>
            <a:ext cx="7753500" cy="63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GitHub </a:t>
            </a:r>
            <a:r>
              <a:rPr lang="en" dirty="0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Actions Pros and Cons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37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7767" r="27762"/>
          <a:stretch/>
        </p:blipFill>
        <p:spPr>
          <a:xfrm>
            <a:off x="5711663" y="0"/>
            <a:ext cx="3432300" cy="5143500"/>
          </a:xfrm>
          <a:prstGeom prst="roundRect">
            <a:avLst>
              <a:gd name="adj" fmla="val 16667"/>
            </a:avLst>
          </a:prstGeom>
        </p:spPr>
      </p:pic>
      <p:sp>
        <p:nvSpPr>
          <p:cNvPr id="237" name="Google Shape;237;p37"/>
          <p:cNvSpPr txBox="1">
            <a:spLocks noGrp="1"/>
          </p:cNvSpPr>
          <p:nvPr>
            <p:ph type="title"/>
          </p:nvPr>
        </p:nvSpPr>
        <p:spPr>
          <a:xfrm>
            <a:off x="642700" y="650250"/>
            <a:ext cx="4270500" cy="7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GitHub </a:t>
            </a:r>
            <a:r>
              <a:rPr lang="en" dirty="0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Actions Compression with Other CI/CD Tools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sp>
        <p:nvSpPr>
          <p:cNvPr id="238" name="Google Shape;238;p37"/>
          <p:cNvSpPr txBox="1">
            <a:spLocks noGrp="1"/>
          </p:cNvSpPr>
          <p:nvPr>
            <p:ph type="subTitle" idx="1"/>
          </p:nvPr>
        </p:nvSpPr>
        <p:spPr>
          <a:xfrm>
            <a:off x="1185925" y="1687125"/>
            <a:ext cx="37272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33E30"/>
                </a:solidFill>
                <a:latin typeface="Roboto Medium"/>
                <a:ea typeface="Roboto Medium"/>
                <a:cs typeface="Roboto Medium"/>
                <a:sym typeface="Roboto Medium"/>
              </a:rPr>
              <a:t>It provides a seamless integration and allows you to leverage the benefits of multiple tools in your workflow.</a:t>
            </a:r>
            <a:endParaRPr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39" name="Google Shape;239;p37"/>
          <p:cNvSpPr txBox="1">
            <a:spLocks noGrp="1"/>
          </p:cNvSpPr>
          <p:nvPr>
            <p:ph type="subTitle" idx="3"/>
          </p:nvPr>
        </p:nvSpPr>
        <p:spPr>
          <a:xfrm>
            <a:off x="1185925" y="2726325"/>
            <a:ext cx="37272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33E30"/>
                </a:solidFill>
                <a:latin typeface="Roboto Medium"/>
                <a:ea typeface="Roboto Medium"/>
                <a:cs typeface="Roboto Medium"/>
                <a:sym typeface="Roboto Medium"/>
              </a:rPr>
              <a:t>GitHub Actions can be used alongside other CI/CD tools such as Jenkins, Travis CI, and CircleCI.</a:t>
            </a:r>
            <a:endParaRPr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3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6635" r="16635"/>
          <a:stretch/>
        </p:blipFill>
        <p:spPr>
          <a:xfrm>
            <a:off x="5711758" y="0"/>
            <a:ext cx="3432300" cy="5143500"/>
          </a:xfrm>
          <a:prstGeom prst="roundRect">
            <a:avLst>
              <a:gd name="adj" fmla="val 16667"/>
            </a:avLst>
          </a:prstGeom>
        </p:spPr>
      </p:pic>
      <p:sp>
        <p:nvSpPr>
          <p:cNvPr id="245" name="Google Shape;245;p38"/>
          <p:cNvSpPr txBox="1">
            <a:spLocks noGrp="1"/>
          </p:cNvSpPr>
          <p:nvPr>
            <p:ph type="title"/>
          </p:nvPr>
        </p:nvSpPr>
        <p:spPr>
          <a:xfrm>
            <a:off x="632175" y="650250"/>
            <a:ext cx="5046000" cy="7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Importance </a:t>
            </a:r>
            <a:r>
              <a:rPr lang="en" dirty="0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of GitHub Actions in the Present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sp>
        <p:nvSpPr>
          <p:cNvPr id="246" name="Google Shape;246;p38"/>
          <p:cNvSpPr txBox="1">
            <a:spLocks noGrp="1"/>
          </p:cNvSpPr>
          <p:nvPr>
            <p:ph type="subTitle" idx="1"/>
          </p:nvPr>
        </p:nvSpPr>
        <p:spPr>
          <a:xfrm>
            <a:off x="642700" y="1562500"/>
            <a:ext cx="4337400" cy="19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3E30"/>
              </a:buClr>
              <a:buSzPts val="1300"/>
              <a:buFont typeface="Roboto Medium"/>
              <a:buChar char="●"/>
            </a:pPr>
            <a:r>
              <a:rPr lang="en">
                <a:solidFill>
                  <a:srgbClr val="233E30"/>
                </a:solidFill>
                <a:latin typeface="Roboto Medium"/>
                <a:ea typeface="Roboto Medium"/>
                <a:cs typeface="Roboto Medium"/>
                <a:sym typeface="Roboto Medium"/>
              </a:rPr>
              <a:t>GitHub Actions has gained significant popularity due to its ease of use and powerful features.</a:t>
            </a:r>
            <a:endParaRPr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457200" lvl="0" indent="-3111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3E30"/>
              </a:buClr>
              <a:buSzPts val="1300"/>
              <a:buFont typeface="Roboto Medium"/>
              <a:buChar char="●"/>
            </a:pPr>
            <a:r>
              <a:rPr lang="en">
                <a:solidFill>
                  <a:srgbClr val="233E30"/>
                </a:solidFill>
                <a:latin typeface="Roboto Medium"/>
                <a:ea typeface="Roboto Medium"/>
                <a:cs typeface="Roboto Medium"/>
                <a:sym typeface="Roboto Medium"/>
              </a:rPr>
              <a:t>It has become an integral part of the software development process for many organizations and individuals.</a:t>
            </a:r>
            <a:endParaRPr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3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6174" r="26174"/>
          <a:stretch/>
        </p:blipFill>
        <p:spPr>
          <a:xfrm>
            <a:off x="0" y="0"/>
            <a:ext cx="3432300" cy="5143500"/>
          </a:xfrm>
          <a:prstGeom prst="roundRect">
            <a:avLst>
              <a:gd name="adj" fmla="val 16667"/>
            </a:avLst>
          </a:prstGeom>
        </p:spPr>
      </p:pic>
      <p:sp>
        <p:nvSpPr>
          <p:cNvPr id="252" name="Google Shape;252;p39"/>
          <p:cNvSpPr txBox="1">
            <a:spLocks noGrp="1"/>
          </p:cNvSpPr>
          <p:nvPr>
            <p:ph type="title"/>
          </p:nvPr>
        </p:nvSpPr>
        <p:spPr>
          <a:xfrm>
            <a:off x="4135200" y="650250"/>
            <a:ext cx="4270500" cy="7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GitHub </a:t>
            </a:r>
            <a:r>
              <a:rPr lang="en" dirty="0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Actions Runners and Integrations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sp>
        <p:nvSpPr>
          <p:cNvPr id="253" name="Google Shape;253;p39"/>
          <p:cNvSpPr txBox="1">
            <a:spLocks noGrp="1"/>
          </p:cNvSpPr>
          <p:nvPr>
            <p:ph type="subTitle" idx="1"/>
          </p:nvPr>
        </p:nvSpPr>
        <p:spPr>
          <a:xfrm>
            <a:off x="4678425" y="1687125"/>
            <a:ext cx="37272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33E30"/>
                </a:solidFill>
                <a:latin typeface="Roboto Medium"/>
                <a:ea typeface="Roboto Medium"/>
                <a:cs typeface="Roboto Medium"/>
                <a:sym typeface="Roboto Medium"/>
              </a:rPr>
              <a:t>GitHub Actions provides seamless integrations with different applications and services like AWS, Docker, and Slack.</a:t>
            </a:r>
            <a:endParaRPr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54" name="Google Shape;254;p39"/>
          <p:cNvSpPr txBox="1">
            <a:spLocks noGrp="1"/>
          </p:cNvSpPr>
          <p:nvPr>
            <p:ph type="subTitle" idx="3"/>
          </p:nvPr>
        </p:nvSpPr>
        <p:spPr>
          <a:xfrm>
            <a:off x="4678425" y="2726325"/>
            <a:ext cx="37272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33E30"/>
                </a:solidFill>
                <a:latin typeface="Roboto Medium"/>
                <a:ea typeface="Roboto Medium"/>
                <a:cs typeface="Roboto Medium"/>
                <a:sym typeface="Roboto Medium"/>
              </a:rPr>
              <a:t>GitHub Actions runners are the agents that execute workflows on various platforms, including Linux, Windows, and macOS.</a:t>
            </a:r>
            <a:endParaRPr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36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7767" r="27762"/>
          <a:stretch/>
        </p:blipFill>
        <p:spPr>
          <a:xfrm>
            <a:off x="5711663" y="100"/>
            <a:ext cx="3432300" cy="5143500"/>
          </a:xfrm>
          <a:prstGeom prst="roundRect">
            <a:avLst>
              <a:gd name="adj" fmla="val 16667"/>
            </a:avLst>
          </a:prstGeom>
        </p:spPr>
      </p:pic>
      <p:sp>
        <p:nvSpPr>
          <p:cNvPr id="228" name="Google Shape;228;p36"/>
          <p:cNvSpPr txBox="1">
            <a:spLocks noGrp="1"/>
          </p:cNvSpPr>
          <p:nvPr>
            <p:ph type="title"/>
          </p:nvPr>
        </p:nvSpPr>
        <p:spPr>
          <a:xfrm>
            <a:off x="642700" y="650250"/>
            <a:ext cx="4270500" cy="7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GitHub </a:t>
            </a:r>
            <a:r>
              <a:rPr lang="en" dirty="0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Actions Conclusion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sp>
        <p:nvSpPr>
          <p:cNvPr id="229" name="Google Shape;229;p36"/>
          <p:cNvSpPr txBox="1">
            <a:spLocks noGrp="1"/>
          </p:cNvSpPr>
          <p:nvPr>
            <p:ph type="subTitle" idx="1"/>
          </p:nvPr>
        </p:nvSpPr>
        <p:spPr>
          <a:xfrm>
            <a:off x="1185925" y="1687125"/>
            <a:ext cx="37272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rgbClr val="233E30"/>
                </a:solidFill>
                <a:latin typeface="Roboto Medium"/>
                <a:ea typeface="Roboto Medium"/>
                <a:cs typeface="Roboto Medium"/>
                <a:sym typeface="Roboto Medium"/>
              </a:rPr>
              <a:t>With its robust ecosystem and customizability, GitHub Actions is a popular choice for CI/CD.</a:t>
            </a:r>
            <a:endParaRPr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30" name="Google Shape;230;p36"/>
          <p:cNvSpPr txBox="1">
            <a:spLocks noGrp="1"/>
          </p:cNvSpPr>
          <p:nvPr>
            <p:ph type="subTitle" idx="3"/>
          </p:nvPr>
        </p:nvSpPr>
        <p:spPr>
          <a:xfrm>
            <a:off x="1185925" y="2726325"/>
            <a:ext cx="37272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33E30"/>
                </a:solidFill>
                <a:latin typeface="Roboto Medium"/>
                <a:ea typeface="Roboto Medium"/>
                <a:cs typeface="Roboto Medium"/>
                <a:sym typeface="Roboto Medium"/>
              </a:rPr>
              <a:t>GitHub Actions is a powerful tool for automating software development workflows.</a:t>
            </a:r>
            <a:endParaRPr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31" name="Google Shape;231;p36"/>
          <p:cNvSpPr txBox="1">
            <a:spLocks noGrp="1"/>
          </p:cNvSpPr>
          <p:nvPr>
            <p:ph type="subTitle" idx="4"/>
          </p:nvPr>
        </p:nvSpPr>
        <p:spPr>
          <a:xfrm>
            <a:off x="1185925" y="3765525"/>
            <a:ext cx="37272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33E30"/>
                </a:solidFill>
                <a:latin typeface="Roboto Medium"/>
                <a:ea typeface="Roboto Medium"/>
                <a:cs typeface="Roboto Medium"/>
                <a:sym typeface="Roboto Medium"/>
              </a:rPr>
              <a:t>It provides flexibility, scalability, and easy integration with existing projects.</a:t>
            </a:r>
            <a:endParaRPr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0"/>
          <p:cNvSpPr txBox="1">
            <a:spLocks noGrp="1"/>
          </p:cNvSpPr>
          <p:nvPr>
            <p:ph type="title"/>
          </p:nvPr>
        </p:nvSpPr>
        <p:spPr>
          <a:xfrm>
            <a:off x="530400" y="2208300"/>
            <a:ext cx="8083200" cy="7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Thank you for your time and attention 🙂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sAI Regular - v1">
  <a:themeElements>
    <a:clrScheme name="Simple Light">
      <a:dk1>
        <a:srgbClr val="0F2B36"/>
      </a:dk1>
      <a:lt1>
        <a:srgbClr val="FFFFFF"/>
      </a:lt1>
      <a:dk2>
        <a:srgbClr val="134D57"/>
      </a:dk2>
      <a:lt2>
        <a:srgbClr val="EFEFEF"/>
      </a:lt2>
      <a:accent1>
        <a:srgbClr val="F9744D"/>
      </a:accent1>
      <a:accent2>
        <a:srgbClr val="E1F0C4"/>
      </a:accent2>
      <a:accent3>
        <a:srgbClr val="6BAB90"/>
      </a:accent3>
      <a:accent4>
        <a:srgbClr val="A4CCBB"/>
      </a:accent4>
      <a:accent5>
        <a:srgbClr val="3EABCA"/>
      </a:accent5>
      <a:accent6>
        <a:srgbClr val="C3455B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400</Words>
  <PresentationFormat>On-screen Show (16:9)</PresentationFormat>
  <Paragraphs>33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Arial</vt:lpstr>
      <vt:lpstr>Krona One</vt:lpstr>
      <vt:lpstr>Space Grotesk</vt:lpstr>
      <vt:lpstr>Roboto Medium</vt:lpstr>
      <vt:lpstr>Inter Medium</vt:lpstr>
      <vt:lpstr>Open Sans Medium</vt:lpstr>
      <vt:lpstr>Poppins</vt:lpstr>
      <vt:lpstr>Hanken Grotesk</vt:lpstr>
      <vt:lpstr>Lato Light</vt:lpstr>
      <vt:lpstr>Montserrat</vt:lpstr>
      <vt:lpstr>Calibri</vt:lpstr>
      <vt:lpstr>SlidesAI Regular - v1</vt:lpstr>
      <vt:lpstr>Introduction to GitHub Actions</vt:lpstr>
      <vt:lpstr>GitHub Actions Introduction</vt:lpstr>
      <vt:lpstr>GitHub Actions Workflow</vt:lpstr>
      <vt:lpstr>GitHub Actions CI/CD Workflow</vt:lpstr>
      <vt:lpstr>GitHub Actions Pros and Cons</vt:lpstr>
      <vt:lpstr>GitHub Actions Compression with Other CI/CD Tools</vt:lpstr>
      <vt:lpstr>Importance of GitHub Actions in the Present</vt:lpstr>
      <vt:lpstr>GitHub Actions Runners and Integrations</vt:lpstr>
      <vt:lpstr>GitHub Actions Conclusion</vt:lpstr>
      <vt:lpstr>Thank you for your time and attention 🙂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Administrator</cp:lastModifiedBy>
  <cp:revision>2</cp:revision>
  <dcterms:modified xsi:type="dcterms:W3CDTF">2024-04-04T05:08:18Z</dcterms:modified>
</cp:coreProperties>
</file>